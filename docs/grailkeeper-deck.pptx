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Grail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103120" y="914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4748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keeper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DYNATRACE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Grail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Extract &amp; Ingest UI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 — Docker-based  |  dtctl v0.16.0  |  FastAPI + SSE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960120"/>
            <a:ext cx="3108960" cy="475488"/>
          </a:xfrm>
          <a:prstGeom prst="rect">
            <a:avLst/>
          </a:prstGeom>
          <a:solidFill>
            <a:srgbClr val="14141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960120"/>
            <a:ext cx="64008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960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Query — DQL Panel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618488"/>
            <a:ext cx="3108960" cy="475488"/>
          </a:xfrm>
          <a:prstGeom prst="rect">
            <a:avLst/>
          </a:prstGeom>
          <a:solidFill>
            <a:srgbClr val="14141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618488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6184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 Extract — Chunked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276856"/>
            <a:ext cx="3108960" cy="475488"/>
          </a:xfrm>
          <a:prstGeom prst="rect">
            <a:avLst/>
          </a:prstGeom>
          <a:solidFill>
            <a:srgbClr val="14141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2276856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27685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Ingest — Logs API v2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935224"/>
            <a:ext cx="3108960" cy="475488"/>
          </a:xfrm>
          <a:prstGeom prst="rect">
            <a:avLst/>
          </a:prstGeom>
          <a:solidFill>
            <a:srgbClr val="14141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2935224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93522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Query History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3593592"/>
            <a:ext cx="3108960" cy="475488"/>
          </a:xfrm>
          <a:prstGeom prst="rect">
            <a:avLst/>
          </a:prstGeom>
          <a:solidFill>
            <a:srgbClr val="14141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3593592"/>
            <a:ext cx="64008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5935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Files &amp; Export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container: grailkeeper  |  Port 8000  |  mem_limit: 20g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Grailkeeper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828800" cy="2560320"/>
          </a:xfrm>
          <a:prstGeom prst="rect">
            <a:avLst/>
          </a:prstGeom>
          <a:solidFill>
            <a:srgbClr val="14141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+ SSE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panel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578608"/>
            <a:ext cx="6400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HTTP/SSE :8000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0" y="1051560"/>
            <a:ext cx="3840480" cy="2926080"/>
          </a:xfrm>
          <a:prstGeom prst="rect">
            <a:avLst/>
          </a:prstGeom>
          <a:solidFill>
            <a:srgbClr val="0A0A14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 grailkeeper  (mem_limit: 20g)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463040"/>
            <a:ext cx="155448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92024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stream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proxy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mgmt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loop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737360" cy="201168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dtctl v0.16.0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amd64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Grail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poll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binary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0" y="3547872"/>
            <a:ext cx="3291840" cy="320040"/>
          </a:xfrm>
          <a:prstGeom prst="rect">
            <a:avLst/>
          </a:prstGeom>
          <a:solidFill>
            <a:srgbClr val="0F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Volume: /root/.config/dtctl  (tokens persist)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2578608"/>
            <a:ext cx="6400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31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API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23760" y="1280160"/>
            <a:ext cx="1645920" cy="2560320"/>
          </a:xfrm>
          <a:prstGeom prst="rect">
            <a:avLst/>
          </a:prstGeom>
          <a:solidFill>
            <a:srgbClr val="14141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169164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DQL Query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Ingest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poll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Grail store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Panels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93392" cy="3474720"/>
          </a:xfrm>
          <a:prstGeom prst="rect">
            <a:avLst/>
          </a:prstGeom>
          <a:solidFill>
            <a:srgbClr val="14141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99339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38988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84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Query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51460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editor with all dtctl parameters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to run • Live console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disk • Table/Raw toggle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CSV / Content / Raw export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fetch logs, scanLimitGBytes:-1 | limit 50000000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96312" y="1280160"/>
            <a:ext cx="1993392" cy="3474720"/>
          </a:xfrm>
          <a:prstGeom prst="rect">
            <a:avLst/>
          </a:prstGeom>
          <a:solidFill>
            <a:srgbClr val="14141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96312" y="128016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38988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87752" y="2084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 Extract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87752" y="251460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extraction for millions of records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 + quick range (7d-365d)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• ETA • Resume support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to JSONL file in Files panel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Proven: 3.7M records / 5.18GB in ~5min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72584" y="1280160"/>
            <a:ext cx="1993392" cy="3474720"/>
          </a:xfrm>
          <a:prstGeom prst="rect">
            <a:avLst/>
          </a:prstGeom>
          <a:solidFill>
            <a:srgbClr val="14141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72584" y="1280160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8988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64024" y="2084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Ingest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64024" y="251460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ingest via Logs API v2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through backend (no CORS)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Sequential / Historic / Scattered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+ 5 demo log sets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injection per event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848856" y="1280160"/>
            <a:ext cx="1993392" cy="3474720"/>
          </a:xfrm>
          <a:prstGeom prst="rect">
            <a:avLst/>
          </a:prstGeom>
          <a:solidFill>
            <a:srgbClr val="14141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48856" y="128016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38988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0296" y="20848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History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40296" y="2514600"/>
            <a:ext cx="18105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Auto-records every query you run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to replay immediately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to load into editor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individual entries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to clear history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Panel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 via Dynatrace Logs API v2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594360" cy="5943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1874520" cy="228600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39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Token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logs.ingest scope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auto-normalized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.apps. → .live.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12801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68880" y="1965960"/>
            <a:ext cx="1874520" cy="2286000"/>
          </a:xfrm>
          <a:prstGeom prst="rect">
            <a:avLst/>
          </a:prstGeom>
          <a:solidFill>
            <a:srgbClr val="14141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039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.txt/.log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.json/.xml 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pick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Library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4340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0" y="128016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17720" y="1965960"/>
            <a:ext cx="1874520" cy="2286000"/>
          </a:xfrm>
          <a:prstGeom prst="rect">
            <a:avLst/>
          </a:prstGeom>
          <a:solidFill>
            <a:srgbClr val="14141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039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live demo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Historic: retrofit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Scattered: simulate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 seconds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52360" y="12801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66560" y="1965960"/>
            <a:ext cx="1874520" cy="2286000"/>
          </a:xfrm>
          <a:prstGeom prst="rect">
            <a:avLst/>
          </a:prstGeom>
          <a:solidFill>
            <a:srgbClr val="14141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0391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&amp; Send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attributes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via backend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issues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0F0F1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Library includes: Apache Access Log  •  Linux Syslog  •  App JSON  •  Security Events  •  CDR Telecom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calls are proxied through the backend container — no CORS, no browser restrictions, works from any network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Panel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Extraction — Millions of Records Safely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72768" cy="10058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3,701,760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extracted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66544" y="1143000"/>
            <a:ext cx="1572768" cy="10058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66544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66544" y="1691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processed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67328" y="1143000"/>
            <a:ext cx="1572768" cy="10058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7328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 GB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1691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68112" y="1143000"/>
            <a:ext cx="1572768" cy="10058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68112" y="1691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68896" y="1143000"/>
            <a:ext cx="1572768" cy="1005840"/>
          </a:xfrm>
          <a:prstGeom prst="rect">
            <a:avLst/>
          </a:prstGeom>
          <a:solidFill>
            <a:srgbClr val="1414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68896" y="11887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68896" y="1691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records/chunk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4114800" cy="960120"/>
          </a:xfrm>
          <a:prstGeom prst="rect">
            <a:avLst/>
          </a:prstGeom>
          <a:solidFill>
            <a:srgbClr val="14141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2468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2761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 / 30d / 90d / 180d / 365d / 300d buttons or custom date pickers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114800" cy="960120"/>
          </a:xfrm>
          <a:prstGeom prst="rect">
            <a:avLst/>
          </a:prstGeom>
          <a:solidFill>
            <a:srgbClr val="14141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2468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Template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2761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logs, scanLimitGBytes:-1 | limit 50000000 — timeframe auto-injected per chunk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20440"/>
            <a:ext cx="4114800" cy="960120"/>
          </a:xfrm>
          <a:prstGeom prst="rect">
            <a:avLst/>
          </a:prstGeom>
          <a:solidFill>
            <a:srgbClr val="14141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3904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loops chunk by chunk — one dtctl call per window, results appended to JSONL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4114800" cy="960120"/>
          </a:xfrm>
          <a:prstGeom prst="rect">
            <a:avLst/>
          </a:prstGeom>
          <a:solidFill>
            <a:srgbClr val="14141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3611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904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restart with same filename — detects last timestamp, continues from there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Grailkeeper in 3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old version (if any)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7955280" cy="530352"/>
          </a:xfrm>
          <a:prstGeom prst="rect">
            <a:avLst/>
          </a:prstGeom>
          <a:solidFill>
            <a:srgbClr val="14141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 grailkeeper 2&gt;/dev/null ||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rm grailkeeper_grailkeeper-config 2&gt;/dev/null ||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grailkeeper-grailkeeper 2&gt;/dev/null ||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~/Desktop/grailkeeper ~/Desktop/grailkeeper-package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16712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214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 and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395728"/>
            <a:ext cx="7955280" cy="530352"/>
          </a:xfrm>
          <a:prstGeom prst="rect">
            <a:avLst/>
          </a:prstGeom>
          <a:solidFill>
            <a:srgbClr val="14141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957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~/Desktop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grailkeeper.zip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grailkeeper-package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setup-grailkeeper.sh &amp;&amp; ./setup-grailkeeper.sh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0998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99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05409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start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328416"/>
            <a:ext cx="7955280" cy="530352"/>
          </a:xfrm>
          <a:prstGeom prst="rect">
            <a:avLst/>
          </a:prstGeom>
          <a:solidFill>
            <a:srgbClr val="14141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grailkeeper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40325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9867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tokens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261104"/>
            <a:ext cx="7955280" cy="530352"/>
          </a:xfrm>
          <a:prstGeom prst="rect">
            <a:avLst/>
          </a:prstGeom>
          <a:solidFill>
            <a:srgbClr val="14141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6110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 → Platform Token (dt0s16.xxx) → Save &amp; Connect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 → Ingest URL + Access Token → Save Ingest Config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Grailkeeper</dc:title>
  <dc:subject>PptxGenJS Presentation</dc:subject>
  <dc:creator>PptxGenJS</dc:creator>
  <cp:lastModifiedBy>PptxGenJS</cp:lastModifiedBy>
  <cp:revision>1</cp:revision>
  <dcterms:created xsi:type="dcterms:W3CDTF">2026-03-16T09:16:00Z</dcterms:created>
  <dcterms:modified xsi:type="dcterms:W3CDTF">2026-03-16T09:16:00Z</dcterms:modified>
</cp:coreProperties>
</file>