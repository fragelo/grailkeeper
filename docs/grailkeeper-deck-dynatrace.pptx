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6" r:id="rId5"/>
  </p:sldMasterIdLst>
  <p:notesMasterIdLst>
    <p:notesMasterId r:id="rId7"/>
  </p:notesMasterIdLst>
  <p:sldIdLst>
    <p:sldId id="2147483492" r:id="rId13"/>
    <p:sldId id="2147483493" r:id="rId14"/>
    <p:sldId id="2147483494" r:id="rId15"/>
    <p:sldId id="2147483495" r:id="rId16"/>
    <p:sldId id="2147483496" r:id="rId17"/>
    <p:sldId id="2147483497" r:id="rId18"/>
    <p:sldId id="21474834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37B2F-8166-3332-ECFF-8C73FC526906}" name="Winters, Beth" initials="WB" userId="S::beth.winters@dynatrace.com::dc0f1113-47c9-45a4-b557-cf99d20a2d32" providerId="AD"/>
  <p188:author id="{9E69DA7B-0EB4-064F-FCD0-790347FCE212}" name="Warr, Tim" initials="" userId="S::tim.warr@dynatrace.com::f4d7b5da-bcca-474d-8926-338729359f34" providerId="AD"/>
  <p188:author id="{472A0AB5-BD0A-4678-D729-5B456557A862}" name="Lougas, Hans" initials="" userId="S::hans.lougas@dynatrace.com::c3a099d1-b4fb-4c76-8996-a8d8e3f9738a" providerId="AD"/>
  <p188:author id="{61A4B2B5-A87C-5513-C85B-E34BC91A4224}" name="Weihbold, Ulf" initials="" userId="S::ulf.weihbold@dynatrace.com::78adc149-02dc-4463-8963-0d834e8dc741" providerId="AD"/>
  <p188:author id="{67DD96DC-4F51-7CCC-1E74-936F292D9CB7}" name="Pillutla, Mala" initials="PM" userId="S::mala.pillutla@dynatrace.com::659d882d-7c1a-4497-a95d-26beee1df0df" providerId="AD"/>
  <p188:author id="{2174CCE6-3504-6B6A-FA47-9B533F6612D9}" name="Kuchipudi, Bali" initials="BK" userId="S::bali.kuchipudi@dynatrace.com::34af4a34-c614-4031-9b55-eee1d6739e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40497-65BE-42BB-846A-24E3128C255F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050D9-352E-4E37-8D51-5A8522246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3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jpeg"/><Relationship Id="rId4" Type="http://schemas.openxmlformats.org/officeDocument/2006/relationships/image" Target="../media/image17.jpeg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0.svg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37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38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?>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?>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5" Type="http://schemas.openxmlformats.org/officeDocument/2006/relationships/image" Target="../media/image30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29.png"/></Relationships>
</file>

<file path=ppt/slideLayouts/_rels/slideLayout61.xml.rels><?xml version="1.0" encoding="UTF-8"?>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Layouts/_rels/slideLayout62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?>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  Description automatically generated">
            <a:extLst>
              <a:ext uri="{FF2B5EF4-FFF2-40B4-BE49-F238E27FC236}">
                <a16:creationId xmlns:a16="http://schemas.microsoft.com/office/drawing/2014/main" id="{55EED6E1-9768-7EAB-7FA4-99FE99AC63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" t="223" b="840"/>
          <a:stretch/>
        </p:blipFill>
        <p:spPr>
          <a:xfrm>
            <a:off x="0" y="-15554"/>
            <a:ext cx="12324488" cy="6889108"/>
          </a:xfrm>
          <a:prstGeom prst="rect">
            <a:avLst/>
          </a:prstGeom>
        </p:spPr>
      </p:pic>
      <p:pic>
        <p:nvPicPr>
          <p:cNvPr id="10" name="Picture 9" descr="Shape  Description automatically generated with low confidence">
            <a:extLst>
              <a:ext uri="{FF2B5EF4-FFF2-40B4-BE49-F238E27FC236}">
                <a16:creationId xmlns:a16="http://schemas.microsoft.com/office/drawing/2014/main" id="{9939F6EF-BF6E-8DFA-F4C8-335C17742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0" y="-15554"/>
            <a:ext cx="12192000" cy="6468504"/>
          </a:xfrm>
          <a:prstGeom prst="rect">
            <a:avLst/>
          </a:prstGeom>
        </p:spPr>
      </p:pic>
      <p:pic>
        <p:nvPicPr>
          <p:cNvPr id="12" name="Picture 11" descr="Shape  Description automatically generated">
            <a:extLst>
              <a:ext uri="{FF2B5EF4-FFF2-40B4-BE49-F238E27FC236}">
                <a16:creationId xmlns:a16="http://schemas.microsoft.com/office/drawing/2014/main" id="{B9B14AA4-45F6-0870-6DCC-1C030977E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88" y="1555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D70604-2298-F29B-1BFD-7D0582FD7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/>
        </p:nvSpPr>
        <p:spPr>
          <a:xfrm>
            <a:off x="458763" y="3777088"/>
            <a:ext cx="1090868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7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  Description automatically generated">
            <a:extLst>
              <a:ext uri="{FF2B5EF4-FFF2-40B4-BE49-F238E27FC236}">
                <a16:creationId xmlns:a16="http://schemas.microsoft.com/office/drawing/2014/main" id="{5282B1CE-A7B3-A6DB-3434-449509D05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" t="223" b="840"/>
          <a:stretch/>
        </p:blipFill>
        <p:spPr>
          <a:xfrm>
            <a:off x="0" y="-15554"/>
            <a:ext cx="12324488" cy="6889108"/>
          </a:xfrm>
          <a:prstGeom prst="rect">
            <a:avLst/>
          </a:prstGeom>
        </p:spPr>
      </p:pic>
      <p:pic>
        <p:nvPicPr>
          <p:cNvPr id="12" name="Picture 11" descr="Shape  Description automatically generated with low confidence">
            <a:extLst>
              <a:ext uri="{FF2B5EF4-FFF2-40B4-BE49-F238E27FC236}">
                <a16:creationId xmlns:a16="http://schemas.microsoft.com/office/drawing/2014/main" id="{80774B68-4374-98B8-772E-0FD3A5B4F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0" y="-15554"/>
            <a:ext cx="12192000" cy="6468504"/>
          </a:xfrm>
          <a:prstGeom prst="rect">
            <a:avLst/>
          </a:prstGeom>
        </p:spPr>
      </p:pic>
      <p:pic>
        <p:nvPicPr>
          <p:cNvPr id="14" name="Picture 13" descr="Shape  Description automatically generated">
            <a:extLst>
              <a:ext uri="{FF2B5EF4-FFF2-40B4-BE49-F238E27FC236}">
                <a16:creationId xmlns:a16="http://schemas.microsoft.com/office/drawing/2014/main" id="{A6649C43-75A2-47A6-B97D-459F96C6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88" y="15554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/>
        </p:nvSpPr>
        <p:spPr>
          <a:xfrm>
            <a:off x="7577161" y="1797888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718954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C6D70604-2298-F29B-1BFD-7D0582FD7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198271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494749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/>
        </p:nvSpPr>
        <p:spPr>
          <a:xfrm>
            <a:off x="458763" y="3777088"/>
            <a:ext cx="1090868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BEE243-0162-FFC6-2419-A43FCA1F9624}"/>
              </a:ext>
            </a:extLst>
          </p:cNvPr>
          <p:cNvSpPr txBox="1">
            <a:spLocks/>
          </p:cNvSpPr>
          <p:nvPr/>
        </p:nvSpPr>
        <p:spPr>
          <a:xfrm>
            <a:off x="9047559" y="1895266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35334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  Description automatically generated">
            <a:extLst>
              <a:ext uri="{FF2B5EF4-FFF2-40B4-BE49-F238E27FC236}">
                <a16:creationId xmlns:a16="http://schemas.microsoft.com/office/drawing/2014/main" id="{CA5AAEFF-8582-EB21-17CE-A5AF67192D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" t="223" b="840"/>
          <a:stretch/>
        </p:blipFill>
        <p:spPr>
          <a:xfrm>
            <a:off x="0" y="-15554"/>
            <a:ext cx="12324488" cy="6889108"/>
          </a:xfrm>
          <a:prstGeom prst="rect">
            <a:avLst/>
          </a:prstGeom>
        </p:spPr>
      </p:pic>
      <p:pic>
        <p:nvPicPr>
          <p:cNvPr id="20" name="Picture 19" descr="Shape  Description automatically generated with low confidence">
            <a:extLst>
              <a:ext uri="{FF2B5EF4-FFF2-40B4-BE49-F238E27FC236}">
                <a16:creationId xmlns:a16="http://schemas.microsoft.com/office/drawing/2014/main" id="{85292A76-999E-3726-4DA2-04297079DB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0" y="-15554"/>
            <a:ext cx="12192000" cy="6468504"/>
          </a:xfrm>
          <a:prstGeom prst="rect">
            <a:avLst/>
          </a:prstGeom>
        </p:spPr>
      </p:pic>
      <p:pic>
        <p:nvPicPr>
          <p:cNvPr id="23" name="Picture 22" descr="Shape  Description automatically generated">
            <a:extLst>
              <a:ext uri="{FF2B5EF4-FFF2-40B4-BE49-F238E27FC236}">
                <a16:creationId xmlns:a16="http://schemas.microsoft.com/office/drawing/2014/main" id="{5A27B883-6F20-2D62-5786-81B765D85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88" y="15554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/>
        </p:nvSpPr>
        <p:spPr>
          <a:xfrm>
            <a:off x="7577161" y="1331728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252794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C6D70604-2298-F29B-1BFD-7D0582FD7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732111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028589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/>
        </p:nvSpPr>
        <p:spPr>
          <a:xfrm>
            <a:off x="458763" y="3777088"/>
            <a:ext cx="1090868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BEE243-0162-FFC6-2419-A43FCA1F9624}"/>
              </a:ext>
            </a:extLst>
          </p:cNvPr>
          <p:cNvSpPr txBox="1">
            <a:spLocks/>
          </p:cNvSpPr>
          <p:nvPr/>
        </p:nvSpPr>
        <p:spPr>
          <a:xfrm>
            <a:off x="9047559" y="1429106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/>
        </p:nvSpPr>
        <p:spPr>
          <a:xfrm>
            <a:off x="7606679" y="299168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91275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39207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68854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6649E-3561-7A2E-EDDD-EB88E1A84FA4}"/>
              </a:ext>
            </a:extLst>
          </p:cNvPr>
          <p:cNvSpPr txBox="1">
            <a:spLocks/>
          </p:cNvSpPr>
          <p:nvPr/>
        </p:nvSpPr>
        <p:spPr>
          <a:xfrm>
            <a:off x="9077077" y="308906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5365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ackground pattern  Description automatically generated">
            <a:extLst>
              <a:ext uri="{FF2B5EF4-FFF2-40B4-BE49-F238E27FC236}">
                <a16:creationId xmlns:a16="http://schemas.microsoft.com/office/drawing/2014/main" id="{2AB089C9-E0D6-E18B-9F48-FE5EDEF2C7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1" b="2001"/>
          <a:stretch/>
        </p:blipFill>
        <p:spPr>
          <a:xfrm>
            <a:off x="0" y="5379"/>
            <a:ext cx="12192000" cy="6858000"/>
          </a:xfrm>
          <a:prstGeom prst="rect">
            <a:avLst/>
          </a:prstGeom>
        </p:spPr>
      </p:pic>
      <p:pic>
        <p:nvPicPr>
          <p:cNvPr id="27" name="Picture 26" descr="Shape  Description automatically generated with low confidence">
            <a:extLst>
              <a:ext uri="{FF2B5EF4-FFF2-40B4-BE49-F238E27FC236}">
                <a16:creationId xmlns:a16="http://schemas.microsoft.com/office/drawing/2014/main" id="{DF29C05C-10DF-C225-C8CD-3786A4A8D9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0" y="-15554"/>
            <a:ext cx="12192000" cy="6468504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C6D70604-2298-F29B-1BFD-7D0582FD7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/>
        </p:nvSpPr>
        <p:spPr>
          <a:xfrm>
            <a:off x="458763" y="3777088"/>
            <a:ext cx="1090868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BEE243-0162-FFC6-2419-A43FCA1F9624}"/>
              </a:ext>
            </a:extLst>
          </p:cNvPr>
          <p:cNvSpPr txBox="1">
            <a:spLocks/>
          </p:cNvSpPr>
          <p:nvPr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6649E-3561-7A2E-EDDD-EB88E1A84FA4}"/>
              </a:ext>
            </a:extLst>
          </p:cNvPr>
          <p:cNvSpPr txBox="1">
            <a:spLocks/>
          </p:cNvSpPr>
          <p:nvPr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502E51-B3FA-E22A-2D8D-E69D0D22FC02}"/>
              </a:ext>
            </a:extLst>
          </p:cNvPr>
          <p:cNvSpPr txBox="1">
            <a:spLocks/>
          </p:cNvSpPr>
          <p:nvPr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32525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ackground pattern  Description automatically generated">
            <a:extLst>
              <a:ext uri="{FF2B5EF4-FFF2-40B4-BE49-F238E27FC236}">
                <a16:creationId xmlns:a16="http://schemas.microsoft.com/office/drawing/2014/main" id="{3F99AE44-9CA0-05A7-6EBC-BAFECB16D3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1" b="2001"/>
          <a:stretch/>
        </p:blipFill>
        <p:spPr>
          <a:xfrm>
            <a:off x="0" y="5379"/>
            <a:ext cx="12192000" cy="6858000"/>
          </a:xfrm>
          <a:prstGeom prst="rect">
            <a:avLst/>
          </a:prstGeom>
        </p:spPr>
      </p:pic>
      <p:pic>
        <p:nvPicPr>
          <p:cNvPr id="31" name="Picture 30" descr="Shape  Description automatically generated with low confidence">
            <a:extLst>
              <a:ext uri="{FF2B5EF4-FFF2-40B4-BE49-F238E27FC236}">
                <a16:creationId xmlns:a16="http://schemas.microsoft.com/office/drawing/2014/main" id="{8176D817-8F29-EC33-8FC1-46CB634227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0" y="-15554"/>
            <a:ext cx="12192000" cy="6468504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C6D70604-2298-F29B-1BFD-7D0582FD7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/>
        </p:nvSpPr>
        <p:spPr>
          <a:xfrm>
            <a:off x="458763" y="3777088"/>
            <a:ext cx="1090868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BEE243-0162-FFC6-2419-A43FCA1F9624}"/>
              </a:ext>
            </a:extLst>
          </p:cNvPr>
          <p:cNvSpPr txBox="1">
            <a:spLocks/>
          </p:cNvSpPr>
          <p:nvPr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6649E-3561-7A2E-EDDD-EB88E1A84FA4}"/>
              </a:ext>
            </a:extLst>
          </p:cNvPr>
          <p:cNvSpPr txBox="1">
            <a:spLocks/>
          </p:cNvSpPr>
          <p:nvPr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502E51-B3FA-E22A-2D8D-E69D0D22FC02}"/>
              </a:ext>
            </a:extLst>
          </p:cNvPr>
          <p:cNvSpPr txBox="1">
            <a:spLocks/>
          </p:cNvSpPr>
          <p:nvPr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7306DE0-9B3C-6A5D-F988-01E9AC8F8670}"/>
              </a:ext>
            </a:extLst>
          </p:cNvPr>
          <p:cNvSpPr/>
          <p:nvPr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48EE8DB5-3C8C-1D78-D71F-69C14FD6B49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0A4E7C86-2DC6-AE89-F005-3E42581231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323A593-45D1-7ABA-76FD-F689ECED25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BEE98F-AC41-AACF-6C56-CB2E2371A541}"/>
              </a:ext>
            </a:extLst>
          </p:cNvPr>
          <p:cNvSpPr txBox="1">
            <a:spLocks/>
          </p:cNvSpPr>
          <p:nvPr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01057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  Description automatically generated">
            <a:extLst>
              <a:ext uri="{FF2B5EF4-FFF2-40B4-BE49-F238E27FC236}">
                <a16:creationId xmlns:a16="http://schemas.microsoft.com/office/drawing/2014/main" id="{69A87EAB-ECFB-12A5-B663-C2F3E115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70" y="1"/>
            <a:ext cx="12216669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/>
        </p:nvSpPr>
        <p:spPr>
          <a:xfrm>
            <a:off x="1189349" y="1477887"/>
            <a:ext cx="9813302" cy="390222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72460" y="2864037"/>
            <a:ext cx="9604088" cy="564963"/>
          </a:xfrm>
        </p:spPr>
        <p:txBody>
          <a:bodyPr wrap="square" tIns="0" bIns="0" anchor="b">
            <a:spAutoFit/>
          </a:bodyPr>
          <a:lstStyle>
            <a:lvl1pPr algn="ct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B7E4E-D906-E666-0421-A39F2A511A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48430" y="3766215"/>
            <a:ext cx="9428116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 xml:space="preserve"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A37699-0B46-02FA-D61B-FC4D0C89037C}"/>
              </a:ext>
            </a:extLst>
          </p:cNvPr>
          <p:cNvSpPr/>
          <p:nvPr/>
        </p:nvSpPr>
        <p:spPr>
          <a:xfrm>
            <a:off x="5529070" y="35543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22569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400" b="0" i="0">
                <a:latin typeface="Bernina Sans Offc" panose="02000000000000000000" pitchFamily="2" charset="77"/>
              </a:defRPr>
            </a:lvl1pPr>
            <a:lvl2pPr>
              <a:defRPr sz="1800" b="0" i="0">
                <a:latin typeface="Bernina Sans Offc" panose="02000000000000000000" pitchFamily="2" charset="77"/>
              </a:defRPr>
            </a:lvl2pPr>
            <a:lvl3pPr>
              <a:defRPr sz="1600" b="0" i="0">
                <a:latin typeface="Bernina Sans Offc" panose="02000000000000000000" pitchFamily="2" charset="77"/>
              </a:defRPr>
            </a:lvl3pPr>
            <a:lvl4pPr>
              <a:defRPr sz="1400" b="0" i="0">
                <a:latin typeface="Bernina Sans Offc" panose="02000000000000000000" pitchFamily="2" charset="77"/>
              </a:defRPr>
            </a:lvl4pPr>
            <a:lvl5pPr>
              <a:defRPr sz="1200"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C54D1-768B-07EC-9AC5-4A1B26C79591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E0C3A-C630-D382-71BD-466BDB7F6EE6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439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A1B7D-112F-456E-C3B0-FE4E12E0408B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E45A2-E8B2-3F04-11DA-58E25FD6E97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and the image placeholder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0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8B2B64-79FB-4F31-BC56-6B8E696EE86B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FC9D9-FD1C-C7FE-4780-FCB49828844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B2B64-79FB-4F31-BC56-6B8E696EE86B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FC9D9-FD1C-C7FE-4780-FCB49828844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and the image placeholder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6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  Description automatically generated">
            <a:extLst>
              <a:ext uri="{FF2B5EF4-FFF2-40B4-BE49-F238E27FC236}">
                <a16:creationId xmlns:a16="http://schemas.microsoft.com/office/drawing/2014/main" id="{F72E9BD6-6E18-5D62-D9E6-89605DA6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70" y="1"/>
            <a:ext cx="12216669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50951" y="370390"/>
            <a:ext cx="11514456" cy="59918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687652"/>
            <a:ext cx="11189338" cy="4507017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602643" y="1439995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C54D1-768B-07EC-9AC5-4A1B26C79591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E0C3A-C630-D382-71BD-466BDB7F6EE6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65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0">
            <a:off x="3872879" y="574212"/>
            <a:ext cx="13143781" cy="8548397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376313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B53751-5DD7-9BE6-9859-79766A3C1490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8B178A0A-C7B5-E965-67C9-18E4103963D2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ADDDFF-C458-25FE-059B-D86802A42CBC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C780D-3802-1E0F-EB42-D8566DE0233F}"/>
              </a:ext>
            </a:extLst>
          </p:cNvPr>
          <p:cNvSpPr/>
          <p:nvPr/>
        </p:nvSpPr>
        <p:spPr>
          <a:xfrm>
            <a:off x="-1430581" y="-3523979"/>
            <a:ext cx="14541274" cy="351322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12CA8-71F7-74E4-A2C7-62290A758D08}"/>
              </a:ext>
            </a:extLst>
          </p:cNvPr>
          <p:cNvSpPr/>
          <p:nvPr/>
        </p:nvSpPr>
        <p:spPr>
          <a:xfrm>
            <a:off x="-2038981" y="6858000"/>
            <a:ext cx="17171914" cy="453683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DAB6E-0194-0555-729E-79D73A74103C}"/>
              </a:ext>
            </a:extLst>
          </p:cNvPr>
          <p:cNvSpPr/>
          <p:nvPr/>
        </p:nvSpPr>
        <p:spPr>
          <a:xfrm>
            <a:off x="-3959541" y="-1862125"/>
            <a:ext cx="3934872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D31E11-ED10-B425-BEB9-999B9FFC366A}"/>
              </a:ext>
            </a:extLst>
          </p:cNvPr>
          <p:cNvSpPr/>
          <p:nvPr/>
        </p:nvSpPr>
        <p:spPr>
          <a:xfrm flipH="1">
            <a:off x="12191999" y="-1862125"/>
            <a:ext cx="5145997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5219789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E53B2-E540-46DD-3A31-86EA2C7A52FB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49F26-C5CC-FA1D-EB87-2EADB7364128}"/>
              </a:ext>
            </a:extLst>
          </p:cNvPr>
          <p:cNvGrpSpPr/>
          <p:nvPr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0CA13E23-9DF7-0544-F5DA-BDF7AD60CD9F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6D342-E60E-44D5-1A6A-A75AB1D82E7E}"/>
                </a:ext>
              </a:extLst>
            </p:cNvPr>
            <p:cNvSpPr/>
            <p:nvPr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and the image 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04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D97BCE1-BFF1-26F1-BFC0-7AAEABF931EE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4D797F-B1D9-8C47-B143-698AC2663198}"/>
              </a:ext>
            </a:extLst>
          </p:cNvPr>
          <p:cNvSpPr/>
          <p:nvPr/>
        </p:nvSpPr>
        <p:spPr>
          <a:xfrm rot="5400000">
            <a:off x="4583855" y="2035941"/>
            <a:ext cx="3934872" cy="1363267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267" y="2054383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684" y="2720888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5287" y="2054383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5287" y="2720888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B1184-CD8E-CEC5-55BB-14F362EFF61A}"/>
              </a:ext>
            </a:extLst>
          </p:cNvPr>
          <p:cNvSpPr/>
          <p:nvPr/>
        </p:nvSpPr>
        <p:spPr>
          <a:xfrm>
            <a:off x="12328207" y="-10758"/>
            <a:ext cx="1973057" cy="26894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0" algn="l"/>
            <a:r>
              <a:rPr lang="en-US" sz="1000" b="0" i="0">
                <a:latin typeface="Bernina Sans Offc" panose="02000000000000000000" pitchFamily="2" charset="77"/>
                <a:ea typeface="Raleway" charset="0"/>
                <a:cs typeface="Raleway" charset="0"/>
              </a:rPr>
              <a:t>Slide Tips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020F05-C7C7-2144-E4CF-05FBC4BC16C8}"/>
              </a:ext>
            </a:extLst>
          </p:cNvPr>
          <p:cNvGrpSpPr/>
          <p:nvPr/>
        </p:nvGrpSpPr>
        <p:grpSpPr>
          <a:xfrm>
            <a:off x="12427761" y="258184"/>
            <a:ext cx="1873503" cy="1596814"/>
            <a:chOff x="12429634" y="1603586"/>
            <a:chExt cx="1873503" cy="1596814"/>
          </a:xfrm>
          <a:solidFill>
            <a:schemeClr val="bg1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5B926E-890B-9AB9-9E12-2BC3DC390044}"/>
                </a:ext>
              </a:extLst>
            </p:cNvPr>
            <p:cNvGrpSpPr/>
            <p:nvPr/>
          </p:nvGrpSpPr>
          <p:grpSpPr>
            <a:xfrm>
              <a:off x="12429634" y="1603586"/>
              <a:ext cx="1873503" cy="1596814"/>
              <a:chOff x="12272640" y="5584054"/>
              <a:chExt cx="1432839" cy="1596814"/>
            </a:xfrm>
            <a:grpFill/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217E03-ADAD-7F21-192D-03C7F5B40F56}"/>
                  </a:ext>
                </a:extLst>
              </p:cNvPr>
              <p:cNvSpPr/>
              <p:nvPr/>
            </p:nvSpPr>
            <p:spPr>
              <a:xfrm>
                <a:off x="12272640" y="5584054"/>
                <a:ext cx="1432839" cy="1596814"/>
              </a:xfrm>
              <a:prstGeom prst="rect">
                <a:avLst/>
              </a:prstGeom>
              <a:grpFill/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IBM Plex Sans" panose="020B0503050203000203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5AA837-71A8-AE75-B6C8-E27FA3FD5E78}"/>
                  </a:ext>
                </a:extLst>
              </p:cNvPr>
              <p:cNvSpPr txBox="1"/>
              <p:nvPr/>
            </p:nvSpPr>
            <p:spPr>
              <a:xfrm>
                <a:off x="12425440" y="6014608"/>
                <a:ext cx="1161546" cy="415498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algn="l"/>
                <a:r>
                  <a:rPr lang="en-US" sz="900" b="0" i="0">
                    <a:latin typeface="Bernina Sans Offc" panose="02000000000000000000" pitchFamily="2" charset="77"/>
                    <a:ea typeface="Arial" charset="0"/>
                    <a:cs typeface="Arial" charset="0"/>
                  </a:rPr>
                  <a:t>Access programmed text formats by using the ‘Indent More’ button.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8498836-D2CA-7BD7-F032-F81A562F73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-1"/>
              <a:stretch/>
            </p:blipFill>
            <p:spPr>
              <a:xfrm>
                <a:off x="12426082" y="5678187"/>
                <a:ext cx="196784" cy="228984"/>
              </a:xfrm>
              <a:prstGeom prst="roundRect">
                <a:avLst/>
              </a:prstGeom>
              <a:grpFill/>
              <a:ln>
                <a:solidFill>
                  <a:schemeClr val="accent1"/>
                </a:solidFill>
              </a:ln>
            </p:spPr>
          </p:pic>
        </p:grpSp>
        <p:pic>
          <p:nvPicPr>
            <p:cNvPr id="19" name="Picture 18" descr="Text  Description automatically generated with medium confidence">
              <a:extLst>
                <a:ext uri="{FF2B5EF4-FFF2-40B4-BE49-F238E27FC236}">
                  <a16:creationId xmlns:a16="http://schemas.microsoft.com/office/drawing/2014/main" id="{1F11CC2D-93E1-C88F-92B8-2D60F01A1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4930" y="2617350"/>
              <a:ext cx="1429060" cy="413516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</p:pic>
      </p:grpSp>
      <p:pic>
        <p:nvPicPr>
          <p:cNvPr id="31" name="Picture 30" descr="Shape, circle  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6663" r="6422"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  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6663" r="6422"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23A1579-E8A2-8AF6-8D80-820A7AFFC385}"/>
              </a:ext>
            </a:extLst>
          </p:cNvPr>
          <p:cNvSpPr/>
          <p:nvPr/>
        </p:nvSpPr>
        <p:spPr>
          <a:xfrm rot="5400000">
            <a:off x="-9522118" y="-2084512"/>
            <a:ext cx="14541274" cy="44164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C8F49261-13AC-8796-D971-15F0480CCC22}"/>
              </a:ext>
            </a:extLst>
          </p:cNvPr>
          <p:cNvSpPr/>
          <p:nvPr/>
        </p:nvSpPr>
        <p:spPr>
          <a:xfrm>
            <a:off x="12328207" y="-10758"/>
            <a:ext cx="1973057" cy="26894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0" algn="l"/>
            <a:r>
              <a:rPr lang="en-US" sz="1000" b="0" i="0">
                <a:latin typeface="Bernina Sans Offc" panose="02000000000000000000" pitchFamily="2" charset="77"/>
                <a:ea typeface="Raleway" charset="0"/>
                <a:cs typeface="Raleway" charset="0"/>
              </a:rPr>
              <a:t>Slide Tips</a:t>
            </a:r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5773A7-3EB6-7E35-6F5D-C4F09CEF0B2B}"/>
              </a:ext>
            </a:extLst>
          </p:cNvPr>
          <p:cNvGrpSpPr/>
          <p:nvPr/>
        </p:nvGrpSpPr>
        <p:grpSpPr>
          <a:xfrm>
            <a:off x="12427761" y="258184"/>
            <a:ext cx="1873503" cy="1596814"/>
            <a:chOff x="12429634" y="1603586"/>
            <a:chExt cx="1873503" cy="1596814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1F0B2BA-108B-E970-6ECB-33C997777C82}"/>
                </a:ext>
              </a:extLst>
            </p:cNvPr>
            <p:cNvGrpSpPr/>
            <p:nvPr/>
          </p:nvGrpSpPr>
          <p:grpSpPr>
            <a:xfrm>
              <a:off x="12429634" y="1603586"/>
              <a:ext cx="1873503" cy="1596814"/>
              <a:chOff x="12272640" y="5584054"/>
              <a:chExt cx="1432839" cy="1596814"/>
            </a:xfrm>
            <a:grpFill/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8546EB-6A13-606A-51D5-B8E744E76B37}"/>
                  </a:ext>
                </a:extLst>
              </p:cNvPr>
              <p:cNvSpPr/>
              <p:nvPr/>
            </p:nvSpPr>
            <p:spPr>
              <a:xfrm>
                <a:off x="12272640" y="5584054"/>
                <a:ext cx="1432839" cy="1596814"/>
              </a:xfrm>
              <a:prstGeom prst="rect">
                <a:avLst/>
              </a:prstGeom>
              <a:grpFill/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IBM Plex Sans" panose="020B0503050203000203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A9A0F6-734D-B170-D149-BDAECA3C7AA5}"/>
                  </a:ext>
                </a:extLst>
              </p:cNvPr>
              <p:cNvSpPr txBox="1"/>
              <p:nvPr/>
            </p:nvSpPr>
            <p:spPr>
              <a:xfrm>
                <a:off x="12425440" y="6014608"/>
                <a:ext cx="1161546" cy="415498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algn="l"/>
                <a:r>
                  <a:rPr lang="en-US" sz="900" b="0" i="0">
                    <a:latin typeface="Bernina Sans Offc" panose="02000000000000000000" pitchFamily="2" charset="77"/>
                    <a:ea typeface="Arial" charset="0"/>
                    <a:cs typeface="Arial" charset="0"/>
                  </a:rPr>
                  <a:t>Access programmed text formats by using the ‘Indent More’ button.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83B555B-F43A-5841-A22A-8EA0EC0FC1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-1"/>
              <a:stretch/>
            </p:blipFill>
            <p:spPr>
              <a:xfrm>
                <a:off x="12426082" y="5678187"/>
                <a:ext cx="196784" cy="228984"/>
              </a:xfrm>
              <a:prstGeom prst="roundRect">
                <a:avLst/>
              </a:prstGeom>
              <a:grpFill/>
              <a:ln>
                <a:solidFill>
                  <a:schemeClr val="accent1"/>
                </a:solidFill>
              </a:ln>
            </p:spPr>
          </p:pic>
        </p:grpSp>
        <p:pic>
          <p:nvPicPr>
            <p:cNvPr id="18" name="Picture 17" descr="Text  Description automatically generated with medium confidence">
              <a:extLst>
                <a:ext uri="{FF2B5EF4-FFF2-40B4-BE49-F238E27FC236}">
                  <a16:creationId xmlns:a16="http://schemas.microsoft.com/office/drawing/2014/main" id="{F8E58D14-0A6D-D9B8-2648-9952C7535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4930" y="2617350"/>
              <a:ext cx="1429060" cy="413516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</p:pic>
      </p:grp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734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5356" y="219186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9509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66764" y="219186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39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5444" y="219186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431" t="20506" r="34688" b="65953"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353" t="43736" r="27233" b="49171"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  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" t="56662" r="37629" b="16412"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26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5D5FF3-7FB6-74C0-4DC5-5E097ED34D34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837CB-1410-D8C4-6BB5-7765F075E358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758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380" y="2179194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2671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9926" y="218211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6853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3475" y="219176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42216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8838" y="219176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F1AD59E5-7366-DBD8-E6B8-E62D219CAE36}"/>
              </a:ext>
            </a:extLst>
          </p:cNvPr>
          <p:cNvSpPr/>
          <p:nvPr/>
        </p:nvSpPr>
        <p:spPr>
          <a:xfrm>
            <a:off x="12328207" y="-10758"/>
            <a:ext cx="1973057" cy="26894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0" algn="l"/>
            <a:r>
              <a:rPr lang="en-US" sz="1000" b="0" i="0">
                <a:latin typeface="Bernina Sans Offc" panose="02000000000000000000" pitchFamily="2" charset="77"/>
                <a:ea typeface="Raleway" charset="0"/>
                <a:cs typeface="Raleway" charset="0"/>
              </a:rPr>
              <a:t>Slide Tips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E3D78C-73A3-8275-7069-215FBE81644C}"/>
              </a:ext>
            </a:extLst>
          </p:cNvPr>
          <p:cNvGrpSpPr/>
          <p:nvPr/>
        </p:nvGrpSpPr>
        <p:grpSpPr>
          <a:xfrm>
            <a:off x="12427761" y="258184"/>
            <a:ext cx="1873503" cy="1596814"/>
            <a:chOff x="12429634" y="1603586"/>
            <a:chExt cx="1873503" cy="1596814"/>
          </a:xfrm>
          <a:solidFill>
            <a:schemeClr val="bg1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C603B30-E5CA-4862-623F-C17C01019354}"/>
                </a:ext>
              </a:extLst>
            </p:cNvPr>
            <p:cNvGrpSpPr/>
            <p:nvPr/>
          </p:nvGrpSpPr>
          <p:grpSpPr>
            <a:xfrm>
              <a:off x="12429634" y="1603586"/>
              <a:ext cx="1873503" cy="1596814"/>
              <a:chOff x="12272640" y="5584054"/>
              <a:chExt cx="1432839" cy="1596814"/>
            </a:xfrm>
            <a:grpFill/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0EAC9C7-5714-BFC0-304D-3B217508BEF1}"/>
                  </a:ext>
                </a:extLst>
              </p:cNvPr>
              <p:cNvSpPr/>
              <p:nvPr/>
            </p:nvSpPr>
            <p:spPr>
              <a:xfrm>
                <a:off x="12272640" y="5584054"/>
                <a:ext cx="1432839" cy="1596814"/>
              </a:xfrm>
              <a:prstGeom prst="rect">
                <a:avLst/>
              </a:prstGeom>
              <a:grpFill/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IBM Plex Sans" panose="020B0503050203000203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939C05-B003-6C19-591E-A418B98E76EC}"/>
                  </a:ext>
                </a:extLst>
              </p:cNvPr>
              <p:cNvSpPr txBox="1"/>
              <p:nvPr/>
            </p:nvSpPr>
            <p:spPr>
              <a:xfrm>
                <a:off x="12425440" y="6014608"/>
                <a:ext cx="1161546" cy="415498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 anchor="t">
                <a:spAutoFit/>
              </a:bodyPr>
              <a:lstStyle/>
              <a:p>
                <a:pPr algn="l"/>
                <a:r>
                  <a:rPr lang="en-US" sz="900" b="0" i="0">
                    <a:latin typeface="Bernina Sans Offc" panose="02000000000000000000" pitchFamily="2" charset="77"/>
                    <a:ea typeface="Arial" charset="0"/>
                    <a:cs typeface="Arial" charset="0"/>
                  </a:rPr>
                  <a:t>Access programmed text formats by using the ‘Indent More’ button.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B9E6C93C-C610-6281-84C0-847E5009AD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-1"/>
              <a:stretch/>
            </p:blipFill>
            <p:spPr>
              <a:xfrm>
                <a:off x="12426082" y="5678187"/>
                <a:ext cx="196784" cy="228984"/>
              </a:xfrm>
              <a:prstGeom prst="roundRect">
                <a:avLst/>
              </a:prstGeom>
              <a:grpFill/>
              <a:ln>
                <a:solidFill>
                  <a:schemeClr val="accent1"/>
                </a:solidFill>
              </a:ln>
            </p:spPr>
          </p:pic>
        </p:grpSp>
        <p:pic>
          <p:nvPicPr>
            <p:cNvPr id="32" name="Picture 31" descr="Text  Description automatically generated with medium confidence">
              <a:extLst>
                <a:ext uri="{FF2B5EF4-FFF2-40B4-BE49-F238E27FC236}">
                  <a16:creationId xmlns:a16="http://schemas.microsoft.com/office/drawing/2014/main" id="{7CBC0B94-F5D6-419F-17FD-173DA44F1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654930" y="2617350"/>
              <a:ext cx="1429060" cy="413516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53" t="43736" r="27233" b="49171"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31" t="20506" r="34688" b="65953"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53" t="43736" r="27233" b="49171"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31" t="20506" r="34688" b="65953"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22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light, silhouette, vector graphics  Description automatically generated">
            <a:extLst>
              <a:ext uri="{FF2B5EF4-FFF2-40B4-BE49-F238E27FC236}">
                <a16:creationId xmlns:a16="http://schemas.microsoft.com/office/drawing/2014/main" id="{EB611391-A525-F769-DC02-5EBDD96DED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12" t="8694" r="13337" b="33579"/>
          <a:stretch/>
        </p:blipFill>
        <p:spPr>
          <a:xfrm>
            <a:off x="0" y="0"/>
            <a:ext cx="2337371" cy="6858000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442" t="-473" r="13628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376313"/>
            <a:ext cx="9126378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57E0C-AC74-B938-940E-411544EB3CD5}"/>
              </a:ext>
            </a:extLst>
          </p:cNvPr>
          <p:cNvSpPr/>
          <p:nvPr/>
        </p:nvSpPr>
        <p:spPr>
          <a:xfrm>
            <a:off x="2793181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4109771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ight, silhouette, vector graphics  Description automatically generated">
            <a:extLst>
              <a:ext uri="{FF2B5EF4-FFF2-40B4-BE49-F238E27FC236}">
                <a16:creationId xmlns:a16="http://schemas.microsoft.com/office/drawing/2014/main" id="{8D719B52-4CA5-3EB2-8E48-FFDFBFB10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12" t="8694" r="13337" b="33579"/>
          <a:stretch/>
        </p:blipFill>
        <p:spPr>
          <a:xfrm>
            <a:off x="0" y="0"/>
            <a:ext cx="23373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376313"/>
            <a:ext cx="9126378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57E0C-AC74-B938-940E-411544EB3CD5}"/>
              </a:ext>
            </a:extLst>
          </p:cNvPr>
          <p:cNvSpPr/>
          <p:nvPr/>
        </p:nvSpPr>
        <p:spPr>
          <a:xfrm>
            <a:off x="2793181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782818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ight, silhouette, vector graphics  Description automatically generated">
            <a:extLst>
              <a:ext uri="{FF2B5EF4-FFF2-40B4-BE49-F238E27FC236}">
                <a16:creationId xmlns:a16="http://schemas.microsoft.com/office/drawing/2014/main" id="{6814418F-8C43-A043-F505-A1B5D1A320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12" t="8694" r="13337" b="33579"/>
          <a:stretch/>
        </p:blipFill>
        <p:spPr>
          <a:xfrm>
            <a:off x="0" y="0"/>
            <a:ext cx="23373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376313"/>
            <a:ext cx="9126378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57E0C-AC74-B938-940E-411544EB3CD5}"/>
              </a:ext>
            </a:extLst>
          </p:cNvPr>
          <p:cNvSpPr/>
          <p:nvPr/>
        </p:nvSpPr>
        <p:spPr>
          <a:xfrm>
            <a:off x="2793181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4124346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ight, silhouette, vector graphics  Description automatically generated">
            <a:extLst>
              <a:ext uri="{FF2B5EF4-FFF2-40B4-BE49-F238E27FC236}">
                <a16:creationId xmlns:a16="http://schemas.microsoft.com/office/drawing/2014/main" id="{5CE60ADA-1CB4-6EAC-908A-F7A9DAB21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12" t="8694" r="13337" b="33579"/>
          <a:stretch/>
        </p:blipFill>
        <p:spPr>
          <a:xfrm>
            <a:off x="0" y="0"/>
            <a:ext cx="23373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376313"/>
            <a:ext cx="9126378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57E0C-AC74-B938-940E-411544EB3CD5}"/>
              </a:ext>
            </a:extLst>
          </p:cNvPr>
          <p:cNvSpPr/>
          <p:nvPr/>
        </p:nvSpPr>
        <p:spPr>
          <a:xfrm>
            <a:off x="2793181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Bernina Sans Offc Extrabold" panose="02000000000000000000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303930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  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848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D0289C-54AE-B215-3D64-70158AA44AA7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A5ED4F-1CDC-82D1-51A3-F3C5C14380BC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28465F-8C3F-C332-C66E-EDCCE53A6537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4331EB05-B211-2474-D150-652BFA4E8E96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2F791-0A10-2339-9781-DFBC0E2A9EA0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23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451FD10-324E-8F98-CBC5-B26525A05043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5E7485-C818-427C-429D-119B4885CD9F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B29579-237B-3D18-F876-765AB9B8132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511F36A-F048-82F6-F1DC-22B7EBB2797F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CBFEAA-316D-8513-09AC-4FD3D1E4C0FD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4169372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6E879EE-E007-661B-BC11-7FF3603D5E14}"/>
              </a:ext>
            </a:extLst>
          </p:cNvPr>
          <p:cNvSpPr/>
          <p:nvPr/>
        </p:nvSpPr>
        <p:spPr>
          <a:xfrm rot="5400000">
            <a:off x="6175644" y="-473529"/>
            <a:ext cx="14541274" cy="2481943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136C07-FA04-2D06-FFF4-FFA9C2C64B32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E14719-3DA5-3554-A4D9-0995B82190F4}"/>
              </a:ext>
            </a:extLst>
          </p:cNvPr>
          <p:cNvGrpSpPr/>
          <p:nvPr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2B0381C3-23A3-2228-C20A-EA265C8F877C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C41DB6-1E26-8033-B111-86CF0D61EF20}"/>
                </a:ext>
              </a:extLst>
            </p:cNvPr>
            <p:cNvSpPr/>
            <p:nvPr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143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E0C3A-C630-D382-71BD-466BDB7F6EE6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38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E45A2-E8B2-3F04-11DA-58E25FD6E97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 xml:space="preserve"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 xml:space="preserve"> and the image placeholder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60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FC9D9-FD1C-C7FE-4780-FCB49828844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906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FC9D9-FD1C-C7FE-4780-FCB498288447}"/>
              </a:ext>
            </a:extLst>
          </p:cNvPr>
          <p:cNvSpPr/>
          <p:nvPr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536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custGeom>
            <a:avLst/>
            <a:gdLst>
              <a:gd name="connsiteX0" fmla="*/ 105352 w 5009620"/>
              <a:gd name="connsiteY0" fmla="*/ 0 h 5435600"/>
              <a:gd name="connsiteX1" fmla="*/ 4904268 w 5009620"/>
              <a:gd name="connsiteY1" fmla="*/ 0 h 5435600"/>
              <a:gd name="connsiteX2" fmla="*/ 5009620 w 5009620"/>
              <a:gd name="connsiteY2" fmla="*/ 105352 h 5435600"/>
              <a:gd name="connsiteX3" fmla="*/ 5009620 w 5009620"/>
              <a:gd name="connsiteY3" fmla="*/ 5330248 h 5435600"/>
              <a:gd name="connsiteX4" fmla="*/ 4904268 w 5009620"/>
              <a:gd name="connsiteY4" fmla="*/ 5435600 h 5435600"/>
              <a:gd name="connsiteX5" fmla="*/ 105352 w 5009620"/>
              <a:gd name="connsiteY5" fmla="*/ 5435600 h 5435600"/>
              <a:gd name="connsiteX6" fmla="*/ 0 w 5009620"/>
              <a:gd name="connsiteY6" fmla="*/ 5330248 h 5435600"/>
              <a:gd name="connsiteX7" fmla="*/ 0 w 5009620"/>
              <a:gd name="connsiteY7" fmla="*/ 105352 h 5435600"/>
              <a:gd name="connsiteX8" fmla="*/ 105352 w 5009620"/>
              <a:gd name="connsiteY8" fmla="*/ 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620" h="5435600">
                <a:moveTo>
                  <a:pt x="105352" y="0"/>
                </a:moveTo>
                <a:lnTo>
                  <a:pt x="4904268" y="0"/>
                </a:lnTo>
                <a:cubicBezTo>
                  <a:pt x="4962452" y="0"/>
                  <a:pt x="5009620" y="47168"/>
                  <a:pt x="5009620" y="105352"/>
                </a:cubicBezTo>
                <a:lnTo>
                  <a:pt x="5009620" y="5330248"/>
                </a:lnTo>
                <a:cubicBezTo>
                  <a:pt x="5009620" y="5388432"/>
                  <a:pt x="4962452" y="5435600"/>
                  <a:pt x="4904268" y="5435600"/>
                </a:cubicBezTo>
                <a:lnTo>
                  <a:pt x="105352" y="5435600"/>
                </a:lnTo>
                <a:cubicBezTo>
                  <a:pt x="47168" y="5435600"/>
                  <a:pt x="0" y="5388432"/>
                  <a:pt x="0" y="5330248"/>
                </a:cubicBezTo>
                <a:lnTo>
                  <a:pt x="0" y="105352"/>
                </a:lnTo>
                <a:cubicBezTo>
                  <a:pt x="0" y="47168"/>
                  <a:pt x="47168" y="0"/>
                  <a:pt x="10535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Bernina Sans Offc Extrabold" pitchFamily="2" charset="0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Bernina Sans Offc" panose="02000000000000000000" pitchFamily="2" charset="77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Bernina Sans Offc" panose="02000000000000000000" pitchFamily="2" charset="77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 xml:space="preserve"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38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custGeom>
            <a:avLst/>
            <a:gdLst>
              <a:gd name="connsiteX0" fmla="*/ 105352 w 5009620"/>
              <a:gd name="connsiteY0" fmla="*/ 0 h 5435600"/>
              <a:gd name="connsiteX1" fmla="*/ 4904268 w 5009620"/>
              <a:gd name="connsiteY1" fmla="*/ 0 h 5435600"/>
              <a:gd name="connsiteX2" fmla="*/ 5009620 w 5009620"/>
              <a:gd name="connsiteY2" fmla="*/ 105352 h 5435600"/>
              <a:gd name="connsiteX3" fmla="*/ 5009620 w 5009620"/>
              <a:gd name="connsiteY3" fmla="*/ 5330248 h 5435600"/>
              <a:gd name="connsiteX4" fmla="*/ 4904268 w 5009620"/>
              <a:gd name="connsiteY4" fmla="*/ 5435600 h 5435600"/>
              <a:gd name="connsiteX5" fmla="*/ 105352 w 5009620"/>
              <a:gd name="connsiteY5" fmla="*/ 5435600 h 5435600"/>
              <a:gd name="connsiteX6" fmla="*/ 0 w 5009620"/>
              <a:gd name="connsiteY6" fmla="*/ 5330248 h 5435600"/>
              <a:gd name="connsiteX7" fmla="*/ 0 w 5009620"/>
              <a:gd name="connsiteY7" fmla="*/ 105352 h 5435600"/>
              <a:gd name="connsiteX8" fmla="*/ 105352 w 5009620"/>
              <a:gd name="connsiteY8" fmla="*/ 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620" h="5435600">
                <a:moveTo>
                  <a:pt x="105352" y="0"/>
                </a:moveTo>
                <a:lnTo>
                  <a:pt x="4904268" y="0"/>
                </a:lnTo>
                <a:cubicBezTo>
                  <a:pt x="4962452" y="0"/>
                  <a:pt x="5009620" y="47168"/>
                  <a:pt x="5009620" y="105352"/>
                </a:cubicBezTo>
                <a:lnTo>
                  <a:pt x="5009620" y="5330248"/>
                </a:lnTo>
                <a:cubicBezTo>
                  <a:pt x="5009620" y="5388432"/>
                  <a:pt x="4962452" y="5435600"/>
                  <a:pt x="4904268" y="5435600"/>
                </a:cubicBezTo>
                <a:lnTo>
                  <a:pt x="105352" y="5435600"/>
                </a:lnTo>
                <a:cubicBezTo>
                  <a:pt x="47168" y="5435600"/>
                  <a:pt x="0" y="5388432"/>
                  <a:pt x="0" y="5330248"/>
                </a:cubicBezTo>
                <a:lnTo>
                  <a:pt x="0" y="105352"/>
                </a:lnTo>
                <a:cubicBezTo>
                  <a:pt x="0" y="47168"/>
                  <a:pt x="47168" y="0"/>
                  <a:pt x="10535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Bernina Sans Offc Extrabold" pitchFamily="2" charset="0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Bernina Sans Offc" panose="02000000000000000000" pitchFamily="2" charset="77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Bernina Sans Offc" panose="02000000000000000000" pitchFamily="2" charset="77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 xml:space="preserve"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98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1240" y="441325"/>
            <a:ext cx="5009620" cy="5435600"/>
          </a:xfrm>
          <a:custGeom>
            <a:avLst/>
            <a:gdLst>
              <a:gd name="connsiteX0" fmla="*/ 105352 w 5009620"/>
              <a:gd name="connsiteY0" fmla="*/ 0 h 5435600"/>
              <a:gd name="connsiteX1" fmla="*/ 4904268 w 5009620"/>
              <a:gd name="connsiteY1" fmla="*/ 0 h 5435600"/>
              <a:gd name="connsiteX2" fmla="*/ 5009620 w 5009620"/>
              <a:gd name="connsiteY2" fmla="*/ 105352 h 5435600"/>
              <a:gd name="connsiteX3" fmla="*/ 5009620 w 5009620"/>
              <a:gd name="connsiteY3" fmla="*/ 5330248 h 5435600"/>
              <a:gd name="connsiteX4" fmla="*/ 4904268 w 5009620"/>
              <a:gd name="connsiteY4" fmla="*/ 5435600 h 5435600"/>
              <a:gd name="connsiteX5" fmla="*/ 105352 w 5009620"/>
              <a:gd name="connsiteY5" fmla="*/ 5435600 h 5435600"/>
              <a:gd name="connsiteX6" fmla="*/ 0 w 5009620"/>
              <a:gd name="connsiteY6" fmla="*/ 5330248 h 5435600"/>
              <a:gd name="connsiteX7" fmla="*/ 0 w 5009620"/>
              <a:gd name="connsiteY7" fmla="*/ 105352 h 5435600"/>
              <a:gd name="connsiteX8" fmla="*/ 105352 w 5009620"/>
              <a:gd name="connsiteY8" fmla="*/ 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620" h="5435600">
                <a:moveTo>
                  <a:pt x="105352" y="0"/>
                </a:moveTo>
                <a:lnTo>
                  <a:pt x="4904268" y="0"/>
                </a:lnTo>
                <a:cubicBezTo>
                  <a:pt x="4962452" y="0"/>
                  <a:pt x="5009620" y="47168"/>
                  <a:pt x="5009620" y="105352"/>
                </a:cubicBezTo>
                <a:lnTo>
                  <a:pt x="5009620" y="5330248"/>
                </a:lnTo>
                <a:cubicBezTo>
                  <a:pt x="5009620" y="5388432"/>
                  <a:pt x="4962452" y="5435600"/>
                  <a:pt x="4904268" y="5435600"/>
                </a:cubicBezTo>
                <a:lnTo>
                  <a:pt x="105352" y="5435600"/>
                </a:lnTo>
                <a:cubicBezTo>
                  <a:pt x="47168" y="5435600"/>
                  <a:pt x="0" y="5388432"/>
                  <a:pt x="0" y="5330248"/>
                </a:cubicBezTo>
                <a:lnTo>
                  <a:pt x="0" y="105352"/>
                </a:lnTo>
                <a:cubicBezTo>
                  <a:pt x="0" y="47168"/>
                  <a:pt x="47168" y="0"/>
                  <a:pt x="10535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Bernina Sans Offc Extrabold" pitchFamily="2" charset="0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Bernina Sans Offc" panose="02000000000000000000" pitchFamily="2" charset="77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Bernina Sans Offc" panose="02000000000000000000" pitchFamily="2" charset="77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 xml:space="preserve"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877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  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084"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1240" y="441325"/>
            <a:ext cx="5009620" cy="5435600"/>
          </a:xfrm>
          <a:custGeom>
            <a:avLst/>
            <a:gdLst>
              <a:gd name="connsiteX0" fmla="*/ 105352 w 5009620"/>
              <a:gd name="connsiteY0" fmla="*/ 0 h 5435600"/>
              <a:gd name="connsiteX1" fmla="*/ 4904268 w 5009620"/>
              <a:gd name="connsiteY1" fmla="*/ 0 h 5435600"/>
              <a:gd name="connsiteX2" fmla="*/ 5009620 w 5009620"/>
              <a:gd name="connsiteY2" fmla="*/ 105352 h 5435600"/>
              <a:gd name="connsiteX3" fmla="*/ 5009620 w 5009620"/>
              <a:gd name="connsiteY3" fmla="*/ 5330248 h 5435600"/>
              <a:gd name="connsiteX4" fmla="*/ 4904268 w 5009620"/>
              <a:gd name="connsiteY4" fmla="*/ 5435600 h 5435600"/>
              <a:gd name="connsiteX5" fmla="*/ 105352 w 5009620"/>
              <a:gd name="connsiteY5" fmla="*/ 5435600 h 5435600"/>
              <a:gd name="connsiteX6" fmla="*/ 0 w 5009620"/>
              <a:gd name="connsiteY6" fmla="*/ 5330248 h 5435600"/>
              <a:gd name="connsiteX7" fmla="*/ 0 w 5009620"/>
              <a:gd name="connsiteY7" fmla="*/ 105352 h 5435600"/>
              <a:gd name="connsiteX8" fmla="*/ 105352 w 5009620"/>
              <a:gd name="connsiteY8" fmla="*/ 0 h 54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620" h="5435600">
                <a:moveTo>
                  <a:pt x="105352" y="0"/>
                </a:moveTo>
                <a:lnTo>
                  <a:pt x="4904268" y="0"/>
                </a:lnTo>
                <a:cubicBezTo>
                  <a:pt x="4962452" y="0"/>
                  <a:pt x="5009620" y="47168"/>
                  <a:pt x="5009620" y="105352"/>
                </a:cubicBezTo>
                <a:lnTo>
                  <a:pt x="5009620" y="5330248"/>
                </a:lnTo>
                <a:cubicBezTo>
                  <a:pt x="5009620" y="5388432"/>
                  <a:pt x="4962452" y="5435600"/>
                  <a:pt x="4904268" y="5435600"/>
                </a:cubicBezTo>
                <a:lnTo>
                  <a:pt x="105352" y="5435600"/>
                </a:lnTo>
                <a:cubicBezTo>
                  <a:pt x="47168" y="5435600"/>
                  <a:pt x="0" y="5388432"/>
                  <a:pt x="0" y="5330248"/>
                </a:cubicBezTo>
                <a:lnTo>
                  <a:pt x="0" y="105352"/>
                </a:lnTo>
                <a:cubicBezTo>
                  <a:pt x="0" y="47168"/>
                  <a:pt x="47168" y="0"/>
                  <a:pt x="10535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Bernina Sans Offc Extrabold" pitchFamily="2" charset="0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Bernina Sans Offc" panose="02000000000000000000" pitchFamily="2" charset="77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Bernina Sans Offc" panose="02000000000000000000" pitchFamily="2" charset="77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 xml:space="preserve"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67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  Description automatically generated">
            <a:extLst>
              <a:ext uri="{FF2B5EF4-FFF2-40B4-BE49-F238E27FC236}">
                <a16:creationId xmlns:a16="http://schemas.microsoft.com/office/drawing/2014/main" id="{ECAB02B0-60FA-FA31-8B61-43C4A832F0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6" t="638" r="4927" b="8079"/>
          <a:stretch/>
        </p:blipFill>
        <p:spPr>
          <a:xfrm>
            <a:off x="-115379" y="-45693"/>
            <a:ext cx="12335156" cy="6907053"/>
          </a:xfrm>
          <a:prstGeom prst="rect">
            <a:avLst/>
          </a:prstGeom>
        </p:spPr>
      </p:pic>
      <p:pic>
        <p:nvPicPr>
          <p:cNvPr id="6" name="Picture 5" descr="Shape  Description automatically generated with low confidence">
            <a:extLst>
              <a:ext uri="{FF2B5EF4-FFF2-40B4-BE49-F238E27FC236}">
                <a16:creationId xmlns:a16="http://schemas.microsoft.com/office/drawing/2014/main" id="{46FC1E1D-475F-D997-04E7-992DD92CE2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 b="2885"/>
          <a:stretch/>
        </p:blipFill>
        <p:spPr>
          <a:xfrm>
            <a:off x="-143156" y="-45693"/>
            <a:ext cx="12335156" cy="6544456"/>
          </a:xfrm>
          <a:prstGeom prst="rect">
            <a:avLst/>
          </a:prstGeom>
        </p:spPr>
      </p:pic>
      <p:pic>
        <p:nvPicPr>
          <p:cNvPr id="8" name="Picture 7" descr="Shape  Description automatically generated">
            <a:extLst>
              <a:ext uri="{FF2B5EF4-FFF2-40B4-BE49-F238E27FC236}">
                <a16:creationId xmlns:a16="http://schemas.microsoft.com/office/drawing/2014/main" id="{3EFF8F84-D541-4347-7395-AB7474D9E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7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/>
        </p:nvSpPr>
        <p:spPr>
          <a:xfrm>
            <a:off x="3043394" y="2105087"/>
            <a:ext cx="5647894" cy="23711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9451" y="292472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/>
        </p:nvSpPr>
        <p:spPr>
          <a:xfrm>
            <a:off x="3981024" y="352050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4014025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83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A04A-E2F2-DDF2-D215-C3D47432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4A6DC-0A42-29C4-97CC-A219CE370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EF6B9-BA5C-FEC1-7393-970027E7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8643-87CA-AA48-30BD-7EFDD4BA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B474-1532-974C-2C64-23E17892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52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F45E48-E3AE-55BA-AC56-84DBA8008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8" y="2193604"/>
            <a:ext cx="10159423" cy="1015663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66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2AC74-08F1-E07F-2006-63F9523C3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774197"/>
            <a:ext cx="10159423" cy="443199"/>
          </a:xfrm>
        </p:spPr>
        <p:txBody>
          <a:bodyPr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1860244-59AA-E8D9-8BBC-ABC96F3999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179" y="338736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D8742FC-AFBA-F876-571D-A61E0082B19A}"/>
              </a:ext>
            </a:extLst>
          </p:cNvPr>
          <p:cNvSpPr txBox="1">
            <a:spLocks/>
          </p:cNvSpPr>
          <p:nvPr userDrawn="1"/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1A0966-58B5-D140-B861-27719A32589F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18DE39-A844-E68B-3ED8-5D6DE0B604B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D3155198-F5FF-1586-FC50-7B2D0AAB024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316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F45E48-E3AE-55BA-AC56-84DBA8008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8" y="2193604"/>
            <a:ext cx="10159423" cy="1015663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66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2AC74-08F1-E07F-2006-63F9523C3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774197"/>
            <a:ext cx="10159423" cy="443199"/>
          </a:xfrm>
        </p:spPr>
        <p:txBody>
          <a:bodyPr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1860244-59AA-E8D9-8BBC-ABC96F3999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179" y="338736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3464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3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1428884-4CE3-7EFE-6813-7B21646151A6}"/>
              </a:ext>
            </a:extLst>
          </p:cNvPr>
          <p:cNvSpPr/>
          <p:nvPr userDrawn="1"/>
        </p:nvSpPr>
        <p:spPr>
          <a:xfrm>
            <a:off x="7698936" y="2833888"/>
            <a:ext cx="1284541" cy="128454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342F40E-9228-0C47-5A8B-D6A0F21E31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2754954"/>
            <a:ext cx="1284541" cy="1284541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75D7962A-F666-DF06-331A-3D44329DD4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35295" y="3139271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F217FA6-A473-75D5-ED51-586C277796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295" y="34357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2FF73-EF72-91B0-467E-3A75ECE204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9" y="2541723"/>
            <a:ext cx="6730422" cy="738664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48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43934-F1C4-2818-44BA-D5A8A40D8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845317"/>
            <a:ext cx="6628823" cy="443199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9E6364E-97BD-971D-B76E-D3393E3AB8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179" y="345848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77315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67CC757-847C-322C-49F9-9C5E7381468C}"/>
              </a:ext>
            </a:extLst>
          </p:cNvPr>
          <p:cNvSpPr/>
          <p:nvPr userDrawn="1"/>
        </p:nvSpPr>
        <p:spPr>
          <a:xfrm>
            <a:off x="7698936" y="2164427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740DAEF3-B1C1-445C-44DD-8003C97693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2085492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A71960B3-5507-CF01-B38A-A8C591E034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35294" y="246951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4760B631-F7CD-18A9-187E-E84FAF1439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294" y="278098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A97346-4F3B-25FF-78FD-EF6742F0C01F}"/>
              </a:ext>
            </a:extLst>
          </p:cNvPr>
          <p:cNvSpPr/>
          <p:nvPr userDrawn="1"/>
        </p:nvSpPr>
        <p:spPr>
          <a:xfrm>
            <a:off x="7698936" y="3640319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EAE71669-19DA-3009-07F5-A76563C4EB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20000" y="3561384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6BBE8989-BF0C-4135-F9CD-E58D881385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294" y="3930811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7447C8C-FF8E-371D-37D6-E820EBA4BC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5294" y="4242279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2FF62-8DF1-1A9C-980D-96BE131FDE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9" y="2541723"/>
            <a:ext cx="6730422" cy="738664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48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94806-1F6F-BF85-A77A-2EF8A943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845317"/>
            <a:ext cx="6628823" cy="443199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8BDE6035-09A7-845F-A7A5-2BD4886051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179" y="345848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74153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7110DA-816A-E6E1-EEC0-C756FC3CF7C5}"/>
              </a:ext>
            </a:extLst>
          </p:cNvPr>
          <p:cNvSpPr/>
          <p:nvPr userDrawn="1"/>
        </p:nvSpPr>
        <p:spPr>
          <a:xfrm>
            <a:off x="7698936" y="1178902"/>
            <a:ext cx="1284541" cy="128454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0CBCAA9A-D7A3-4AC1-1E1F-60700DD62B3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0" y="1099968"/>
            <a:ext cx="1284541" cy="1284541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1AD82FE8-533A-3D16-AC8C-39245C4446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5295" y="1484284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037069BD-272B-7869-E342-038B4ACB79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5295" y="178076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428884-4CE3-7EFE-6813-7B21646151A6}"/>
              </a:ext>
            </a:extLst>
          </p:cNvPr>
          <p:cNvSpPr/>
          <p:nvPr userDrawn="1"/>
        </p:nvSpPr>
        <p:spPr>
          <a:xfrm>
            <a:off x="7698936" y="2833888"/>
            <a:ext cx="1284541" cy="128454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342F40E-9228-0C47-5A8B-D6A0F21E31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2754954"/>
            <a:ext cx="1284541" cy="1284541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75D7962A-F666-DF06-331A-3D44329DD4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35295" y="3139271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F217FA6-A473-75D5-ED51-586C277796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295" y="34357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CD6F66-0BBC-BE20-93D3-0F5C643FCB61}"/>
              </a:ext>
            </a:extLst>
          </p:cNvPr>
          <p:cNvSpPr/>
          <p:nvPr userDrawn="1"/>
        </p:nvSpPr>
        <p:spPr>
          <a:xfrm>
            <a:off x="7698936" y="4488875"/>
            <a:ext cx="1284541" cy="128454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B1C47825-D4D4-40C5-A175-926B80EA92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20000" y="4409940"/>
            <a:ext cx="1284541" cy="1284541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B5C6DD4-3BAF-CA4E-0948-4721925A23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295" y="4794258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132A4E48-1A13-5BDC-069F-CC3550BC16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5295" y="5090736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2B0227D-9E94-7720-AB66-FECBF6B8D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9" y="2541723"/>
            <a:ext cx="6730422" cy="738664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48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88267F-82C6-9BFB-7B0F-83803A92E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845317"/>
            <a:ext cx="6628823" cy="443199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BB6A3815-6B3D-67AD-BDA0-B68FF01492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179" y="345848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200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663C-8A4E-113A-E39A-6F5ED72043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6BD1D0-3A0A-99C5-3520-615FC685F4E4}"/>
              </a:ext>
            </a:extLst>
          </p:cNvPr>
          <p:cNvSpPr/>
          <p:nvPr userDrawn="1"/>
        </p:nvSpPr>
        <p:spPr>
          <a:xfrm>
            <a:off x="7698936" y="688535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DABA9EFA-6F99-A265-5D26-15409B3CC54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0" y="609600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462496AD-B056-D456-2BB9-777499DD03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5294" y="993916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0905FFEE-93DE-BE55-3E92-1DABD0A659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5294" y="1305384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7CC757-847C-322C-49F9-9C5E7381468C}"/>
              </a:ext>
            </a:extLst>
          </p:cNvPr>
          <p:cNvSpPr/>
          <p:nvPr userDrawn="1"/>
        </p:nvSpPr>
        <p:spPr>
          <a:xfrm>
            <a:off x="7698936" y="2164427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740DAEF3-B1C1-445C-44DD-8003C97693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2085492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A71960B3-5507-CF01-B38A-A8C591E034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35294" y="246951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4760B631-F7CD-18A9-187E-E84FAF1439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294" y="278098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A97346-4F3B-25FF-78FD-EF6742F0C01F}"/>
              </a:ext>
            </a:extLst>
          </p:cNvPr>
          <p:cNvSpPr/>
          <p:nvPr userDrawn="1"/>
        </p:nvSpPr>
        <p:spPr>
          <a:xfrm>
            <a:off x="7698936" y="3640319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EAE71669-19DA-3009-07F5-A76563C4EB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20000" y="3561384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6BBE8989-BF0C-4135-F9CD-E58D881385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294" y="3930811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7447C8C-FF8E-371D-37D6-E820EBA4BC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5294" y="4242279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2B2871-6101-2810-C62F-2CDE65B8057F}"/>
              </a:ext>
            </a:extLst>
          </p:cNvPr>
          <p:cNvSpPr/>
          <p:nvPr userDrawn="1"/>
        </p:nvSpPr>
        <p:spPr>
          <a:xfrm>
            <a:off x="7698936" y="5116209"/>
            <a:ext cx="1192400" cy="11924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1" b="0" i="0">
              <a:latin typeface="DT Flow" pitchFamily="2" charset="77"/>
            </a:endParaRP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22F64A66-7A90-FD7F-D0EF-D84AAF6545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20000" y="5037276"/>
            <a:ext cx="1192400" cy="1192400"/>
          </a:xfrm>
          <a:prstGeom prst="roundRect">
            <a:avLst>
              <a:gd name="adj" fmla="val 1919"/>
            </a:avLst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DT Flow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B7CC0E8B-DCF7-F1A6-F624-B57E90EFDA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35294" y="5421592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1" i="0" cap="all" spc="300" baseline="0">
                <a:solidFill>
                  <a:schemeClr val="bg1"/>
                </a:solidFill>
                <a:latin typeface="DT Flow Extrabold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A523047F-8D7D-63DF-91D4-432A85273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35294" y="5733060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DT Flow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C54E11A-82DD-A5CC-BCC6-14EF6C5ACB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579" y="2541723"/>
            <a:ext cx="6730422" cy="738664"/>
          </a:xfrm>
        </p:spPr>
        <p:txBody>
          <a:bodyPr vert="horz" wrap="square" lIns="64008" tIns="0" rIns="91440" bIns="0" rtlCol="0" anchor="b">
            <a:spAutoFit/>
          </a:bodyPr>
          <a:lstStyle>
            <a:lvl1pPr algn="l">
              <a:defRPr lang="en-US" sz="4800"/>
            </a:lvl1pPr>
          </a:lstStyle>
          <a:p>
            <a:pPr marL="0" marR="0" lvl="0" indent="0" algn="l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E483558-7AB8-FAB2-DF23-F86B109BC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78" y="3845317"/>
            <a:ext cx="6628823" cy="443199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ivider">
            <a:extLst>
              <a:ext uri="{FF2B5EF4-FFF2-40B4-BE49-F238E27FC236}">
                <a16:creationId xmlns:a16="http://schemas.microsoft.com/office/drawing/2014/main" id="{B03806C4-70EB-69D9-63C2-07C4381CBC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179" y="3458481"/>
            <a:ext cx="2682240" cy="12379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58257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op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F4B5-4B4E-D460-A0A9-500CD2D6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420CBC2B-166D-30A6-CF0F-294030C496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08242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A5886-506A-D67E-3934-71AFA092C1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81" y="2819400"/>
            <a:ext cx="5410024" cy="646331"/>
          </a:xfrm>
        </p:spPr>
        <p:txBody>
          <a:bodyPr wrap="square" lIns="0">
            <a:spAutoFit/>
          </a:bodyPr>
          <a:lstStyle>
            <a:lvl1pPr algn="l">
              <a:defRPr sz="42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BA375BB7-CDB7-7A4E-41CC-B803DD1A71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672" y="3657600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3887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middle aligne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DEC76C8-70E7-A77B-0747-68996450D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81" y="2793302"/>
            <a:ext cx="5410024" cy="646331"/>
          </a:xfrm>
        </p:spPr>
        <p:txBody>
          <a:bodyPr wrap="square" lIns="0">
            <a:spAutoFit/>
          </a:bodyPr>
          <a:lstStyle>
            <a:lvl1pPr algn="l">
              <a:defRPr sz="42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BED14CA-3504-3E6E-C48A-694A8943D7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481" y="3632201"/>
            <a:ext cx="5410024" cy="369332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2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_center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F18653C-4B10-30A8-0853-F9F90EFC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2876473-D2B5-CF5C-E765-6C0325DCDB8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71482" y="1828800"/>
            <a:ext cx="11049037" cy="42588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C5EAA875-23EB-D5AF-09A6-384FE80E4E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12152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divider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9D7C9-208C-C8D0-3720-ACC959F06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533" y="2514600"/>
            <a:ext cx="8229332" cy="961801"/>
          </a:xfrm>
        </p:spPr>
        <p:txBody>
          <a:bodyPr wrap="square" bIns="0" anchor="ctr" anchorCtr="1">
            <a:spAutoFit/>
          </a:bodyPr>
          <a:lstStyle>
            <a:lvl1pPr algn="ctr">
              <a:defRPr sz="6251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BC18623-34F9-5CDA-8F15-844A1D045C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4880" y="3674315"/>
            <a:ext cx="2682240" cy="12379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808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43D-C73F-DC52-9BA6-97742CE96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334" y="2326413"/>
            <a:ext cx="8229332" cy="961801"/>
          </a:xfrm>
        </p:spPr>
        <p:txBody>
          <a:bodyPr wrap="square" bIns="0" anchor="ctr" anchorCtr="1">
            <a:spAutoFit/>
          </a:bodyPr>
          <a:lstStyle>
            <a:lvl1pPr algn="ctr">
              <a:defRPr sz="6251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DDF2D9-AC0D-C384-95DA-9BB6A9378D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10001" y="3376136"/>
            <a:ext cx="6171999" cy="738664"/>
          </a:xfrm>
        </p:spPr>
        <p:txBody>
          <a:bodyPr wrap="square" anchor="t" anchorCtr="1">
            <a:sp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Lorem ipsum dolor sit amet, consectetur adipiscing elit, sed do eiusmod tempor incididunt</a:t>
            </a:r>
          </a:p>
        </p:txBody>
      </p:sp>
    </p:spTree>
    <p:extLst>
      <p:ext uri="{BB962C8B-B14F-4D97-AF65-F5344CB8AC3E}">
        <p14:creationId xmlns:p14="http://schemas.microsoft.com/office/powerpoint/2010/main" val="38007983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le+divider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0216AC8-F268-AD71-650B-4C8F8F26A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335" y="2133600"/>
            <a:ext cx="8229332" cy="961801"/>
          </a:xfrm>
        </p:spPr>
        <p:txBody>
          <a:bodyPr wrap="square" bIns="0" anchor="ctr" anchorCtr="1">
            <a:spAutoFit/>
          </a:bodyPr>
          <a:lstStyle>
            <a:lvl1pPr algn="ctr">
              <a:defRPr sz="6251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DF6CB56-055E-E099-D2BA-2299ED907D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10002" y="3752895"/>
            <a:ext cx="6171999" cy="738664"/>
          </a:xfrm>
        </p:spPr>
        <p:txBody>
          <a:bodyPr wrap="square" anchor="t" anchorCtr="1">
            <a:sp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 xml:space="preserve">, sed do </a:t>
            </a:r>
            <a:r>
              <a:rPr lang="en-US" err="1"/>
              <a:t>eiusmod</a:t>
            </a:r>
            <a:r>
              <a:rPr lang="en-US"/>
              <a:t xml:space="preserve"> </a:t>
            </a:r>
            <a:r>
              <a:rPr lang="en-US" err="1"/>
              <a:t>tempor</a:t>
            </a:r>
            <a:r>
              <a:rPr lang="en-US"/>
              <a:t xml:space="preserve"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995227E-4E38-03A4-4215-73D1D58E0F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4880" y="3276600"/>
            <a:ext cx="2682240" cy="12379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66775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7683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0E647A-CDC2-68D3-B134-183872754D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81" y="2902633"/>
            <a:ext cx="4699019" cy="646331"/>
          </a:xfrm>
        </p:spPr>
        <p:txBody>
          <a:bodyPr wrap="square" lIns="0">
            <a:spAutoFit/>
          </a:bodyPr>
          <a:lstStyle>
            <a:lvl1pPr algn="l">
              <a:defRPr sz="42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D72656F-7F9A-8CB1-428D-F91D3629BF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481" y="3632201"/>
            <a:ext cx="4699019" cy="369332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35C81F36-9D91-FEC9-915F-734AA69D43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80176" y="1684219"/>
            <a:ext cx="6228588" cy="3489562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49417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0F22841-6D79-C938-BADB-E2449EBF04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8288" y="1684219"/>
            <a:ext cx="6228588" cy="3489562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D5FB6DD-DFB5-73C5-3255-26673B453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1800" y="2902633"/>
            <a:ext cx="4838321" cy="646331"/>
          </a:xfrm>
        </p:spPr>
        <p:txBody>
          <a:bodyPr wrap="square" lIns="0">
            <a:spAutoFit/>
          </a:bodyPr>
          <a:lstStyle>
            <a:lvl1pPr algn="l">
              <a:defRPr sz="42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5B7F24F-31AE-55A6-1C45-AD2524E03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1800" y="3632201"/>
            <a:ext cx="4838321" cy="369332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22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F5DE3-336B-F4B9-2F01-8464E42031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ln w="76200">
            <a:noFill/>
          </a:ln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76057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1C16-57F0-EEDB-10BA-6A63C3C0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A994FEA4-9FA4-81C6-CB46-B5A6FA89850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71482" y="2152650"/>
            <a:ext cx="5409261" cy="28765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C7418FC-ED71-5044-B8D6-682AF5FBA647}"/>
              </a:ext>
            </a:extLst>
          </p:cNvPr>
          <p:cNvSpPr>
            <a:spLocks noGrp="1" noChangeAspect="1"/>
          </p:cNvSpPr>
          <p:nvPr>
            <p:ph type="pic" sz="quarter" idx="108"/>
          </p:nvPr>
        </p:nvSpPr>
        <p:spPr>
          <a:xfrm>
            <a:off x="6210098" y="2152651"/>
            <a:ext cx="5409261" cy="2876549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6B55DA-8FDA-6C60-33A0-0BBDE2DAAB5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1481" y="5048250"/>
            <a:ext cx="5409264" cy="1081516"/>
          </a:xfrm>
          <a:ln w="508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90CE1FE-479D-AAAB-C931-409374543E8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210097" y="5048250"/>
            <a:ext cx="5409261" cy="1081516"/>
          </a:xfrm>
          <a:ln w="508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09B6147-0B2C-A2D2-F914-6432474AA5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85750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45B790CE-FD83-4775-0547-6F5E2B796E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504090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E4D75DCA-A95A-F2F1-D985-13557C5310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504091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A00573-5AEC-994D-4C82-E2178A5EA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559" y="2504091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98A2FE4-4926-F70D-303C-0FD8236A39F8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392693"/>
            <a:ext cx="3528959" cy="971550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7459AA-3D39-DE56-FBD3-2251E986872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29796" y="4392693"/>
            <a:ext cx="3528959" cy="971550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0A39494-9AA0-5A89-7BC9-9D2AFC2207C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86584" y="4392693"/>
            <a:ext cx="3528959" cy="971550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329BF120-211D-936C-0035-75E981B59E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80189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373A1C-B42A-877C-AEB6-AF9AB2FA6C52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72245" y="4684796"/>
            <a:ext cx="2589953" cy="1794304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FCE2E73-D464-5EEC-A9BC-320E130369D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391553" y="4684796"/>
            <a:ext cx="2589953" cy="1794304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>Lorem ipsum dolor sit amet, consectetur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E6BC1D57-297C-7B5E-93C9-B102142EB2C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210861" y="4684796"/>
            <a:ext cx="2589953" cy="1794304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>Lorem ipsum dolor sit amet, consectetur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F6EF73E-79E3-FA37-4FFC-FD7D83C3116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030169" y="4684796"/>
            <a:ext cx="2589953" cy="1794304"/>
          </a:xfrm>
          <a:ln w="25400">
            <a:solidFill>
              <a:schemeClr val="bg1">
                <a:alpha val="0"/>
              </a:schemeClr>
            </a:solidFill>
            <a:miter lim="800000"/>
          </a:ln>
        </p:spPr>
        <p:txBody>
          <a:bodyPr lIns="91440" tIns="182880" rIns="91440" bIns="0" anchor="t"/>
          <a:lstStyle>
            <a:lvl1pPr marL="0" indent="0" algn="ctr">
              <a:buNone/>
              <a:defRPr sz="15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>Lorem ipsum dolor sit amet, consectetur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26F9815-F5BD-B866-B0A1-AACE5648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82" y="787401"/>
            <a:ext cx="11049037" cy="5386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432FEA1-661F-6826-1D29-74363DE876C7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572245" y="2151146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89FCDA4-7206-B75B-AC90-62F0B1DE3AEE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3391553" y="2162175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94F5768-521A-FC5B-2967-499758D01166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6210861" y="2151146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26CD4344-D941-0770-2EF3-A545BB08D0A1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9030169" y="2151146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429827FF-6032-00D8-8C9A-D3F6EB4D60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7343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F54B477-FB8E-1F7A-4EBC-2FD480017D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0495" y="1990781"/>
            <a:ext cx="5409627" cy="2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1691FFDF-2B62-87E9-D040-7F6F7F2EA7E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481" y="1990676"/>
            <a:ext cx="5410024" cy="287664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53196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21B6DB-A48D-9881-58C7-3469232B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9978954-16BE-AFBF-A842-750DE9A9A5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0495" y="2152763"/>
            <a:ext cx="5409627" cy="2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D770376-6E43-EE7D-A859-6B40B15FDA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481" y="2152651"/>
            <a:ext cx="5410024" cy="287664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F5EC5204-8D9F-AF0B-BDBE-D644471D8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7611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photo card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A885144-A94F-1623-20B8-6B5604273D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1482" y="2504090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4542B41-44F2-1CF3-6E11-C0C854D9A4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89636" y="2504091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AA0EB6DA-9AEC-4688-6671-CB01D7821A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559" y="2504091"/>
            <a:ext cx="3530485" cy="1876438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  <a:effectLst>
            <a:outerShdw blurRad="1270000" dist="2095500" dir="5400000" sx="90000" sy="90000" algn="t" rotWithShape="0">
              <a:prstClr val="black">
                <a:alpha val="5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1C10CFFB-9B36-623D-C41A-D95AE00FC6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42553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F65DB-D7C5-54FE-E491-A4BD6884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D0D98125-B27A-4BBE-4296-6894EE3883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2245" y="2495551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CBCBA09-118A-86EC-62B8-A4A63D2FA02B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3391553" y="2506580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988D44C-5AD2-B61D-80C9-F631D58507A0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210861" y="2495551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B527492-61AB-0D7A-6F51-CA417F02958F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9030169" y="2495551"/>
            <a:ext cx="2589953" cy="2533650"/>
          </a:xfrm>
          <a:prstGeom prst="rect">
            <a:avLst/>
          </a:prstGeom>
          <a:ln w="15875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6A93FEAF-E9AD-DD66-0B5F-32A935153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6788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48936-6DDE-2823-CDE1-A8926A9F13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" r="3"/>
          <a:stretch/>
        </p:blipFill>
        <p:spPr>
          <a:xfrm>
            <a:off x="2377939" y="1288536"/>
            <a:ext cx="7435735" cy="418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184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+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14F2EC-F00F-6EC3-8C17-490A4FC05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stroke">
            <a:extLst>
              <a:ext uri="{FF2B5EF4-FFF2-40B4-BE49-F238E27FC236}">
                <a16:creationId xmlns:a16="http://schemas.microsoft.com/office/drawing/2014/main" id="{45A062F9-B0EC-F4AC-3E79-4802DC78DE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089900" y="3046628"/>
            <a:ext cx="3530221" cy="1441311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vert="horz" lIns="274320" tIns="91440" rIns="274320" bIns="0" rtlCol="0" anchor="ctr" anchorCtr="0">
            <a:noAutofit/>
          </a:bodyPr>
          <a:lstStyle>
            <a:lvl1pPr marL="0" indent="0" algn="ctr">
              <a:buNone/>
              <a:defRPr lang="en-US" sz="1751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1" name="Text Placeholder stroke">
            <a:extLst>
              <a:ext uri="{FF2B5EF4-FFF2-40B4-BE49-F238E27FC236}">
                <a16:creationId xmlns:a16="http://schemas.microsoft.com/office/drawing/2014/main" id="{6641CEFE-5C4B-31E1-D530-16E2C50AAD0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330700" y="3046628"/>
            <a:ext cx="3530345" cy="1441311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vert="horz" lIns="274320" tIns="91440" rIns="274320" bIns="0" rtlCol="0" anchor="ctr" anchorCtr="0">
            <a:noAutofit/>
          </a:bodyPr>
          <a:lstStyle>
            <a:lvl1pPr marL="0" indent="0" algn="ctr">
              <a:buNone/>
              <a:defRPr lang="en-US" sz="1751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2" name="Text Placeholder stroke">
            <a:extLst>
              <a:ext uri="{FF2B5EF4-FFF2-40B4-BE49-F238E27FC236}">
                <a16:creationId xmlns:a16="http://schemas.microsoft.com/office/drawing/2014/main" id="{72763C6F-08CE-6233-5354-069E2AB73ED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482" y="3046628"/>
            <a:ext cx="3530485" cy="1441311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vert="horz" lIns="274320" tIns="91440" rIns="27432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751">
                <a:latin typeface="+mn-lt"/>
              </a:defRPr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0" name="1 stroke">
            <a:extLst>
              <a:ext uri="{FF2B5EF4-FFF2-40B4-BE49-F238E27FC236}">
                <a16:creationId xmlns:a16="http://schemas.microsoft.com/office/drawing/2014/main" id="{AA81E382-26B7-9170-7537-6B9862A5D9C6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2039347" y="2560394"/>
            <a:ext cx="505189" cy="81838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45" name="1 gradient">
            <a:extLst>
              <a:ext uri="{FF2B5EF4-FFF2-40B4-BE49-F238E27FC236}">
                <a16:creationId xmlns:a16="http://schemas.microsoft.com/office/drawing/2014/main" id="{D6B142F8-DA5F-B3CA-78CC-46A7C0D6EC8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2085611" y="2508688"/>
            <a:ext cx="505189" cy="818388"/>
          </a:xfr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50" name="2 stroke">
            <a:extLst>
              <a:ext uri="{FF2B5EF4-FFF2-40B4-BE49-F238E27FC236}">
                <a16:creationId xmlns:a16="http://schemas.microsoft.com/office/drawing/2014/main" id="{11D84E28-BC28-2E7B-21F5-F6F3ACE59D3F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5795923" y="2560394"/>
            <a:ext cx="555480" cy="818388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51" name="2 gradient">
            <a:extLst>
              <a:ext uri="{FF2B5EF4-FFF2-40B4-BE49-F238E27FC236}">
                <a16:creationId xmlns:a16="http://schemas.microsoft.com/office/drawing/2014/main" id="{B24D8F97-58A2-C792-1355-07F80DC15746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5842186" y="2508688"/>
            <a:ext cx="555480" cy="818388"/>
          </a:xfr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58" name="3 stroke">
            <a:extLst>
              <a:ext uri="{FF2B5EF4-FFF2-40B4-BE49-F238E27FC236}">
                <a16:creationId xmlns:a16="http://schemas.microsoft.com/office/drawing/2014/main" id="{0733B867-8B7A-3A4C-6684-5F2605D4BE83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9531353" y="2536746"/>
            <a:ext cx="573767" cy="818388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59" name="3 gradient">
            <a:extLst>
              <a:ext uri="{FF2B5EF4-FFF2-40B4-BE49-F238E27FC236}">
                <a16:creationId xmlns:a16="http://schemas.microsoft.com/office/drawing/2014/main" id="{14ED97CE-2AF3-86D1-DC42-045B386EFEC5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577616" y="2485040"/>
            <a:ext cx="573767" cy="818388"/>
          </a:xfr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75E8D333-B87F-B6B4-6956-567979FC8C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2256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3F859BB-0AA0-3002-A353-0310F89B24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7113" y="2476500"/>
            <a:ext cx="6857777" cy="132959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ctr">
              <a:buNone/>
              <a:defRPr sz="2400"/>
            </a:lvl1pPr>
            <a:lvl2pPr marL="457129" indent="0">
              <a:buNone/>
              <a:defRPr/>
            </a:lvl2pPr>
            <a:lvl3pPr marL="914258" indent="0">
              <a:buNone/>
              <a:defRPr/>
            </a:lvl3pPr>
            <a:lvl4pPr marL="1371387" indent="0">
              <a:buNone/>
              <a:defRPr/>
            </a:lvl4pPr>
            <a:lvl5pPr marL="1828514" indent="0">
              <a:buNone/>
              <a:defRPr/>
            </a:lvl5pPr>
          </a:lstStyle>
          <a:p>
            <a:pPr lvl="0"/>
            <a:r>
              <a:rPr lang="en-US"/>
              <a:t>Lorem ipsum dolor sit amet, consectetur adipiscing elit, sed do eiusmod tempor incididunt ut labore et dolore magna aliqua.</a:t>
            </a:r>
          </a:p>
        </p:txBody>
      </p:sp>
      <p:sp>
        <p:nvSpPr>
          <p:cNvPr id="15" name="heading">
            <a:extLst>
              <a:ext uri="{FF2B5EF4-FFF2-40B4-BE49-F238E27FC236}">
                <a16:creationId xmlns:a16="http://schemas.microsoft.com/office/drawing/2014/main" id="{6427BFB0-95A0-CC52-53A0-3B3F588E7843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667113" y="4081953"/>
            <a:ext cx="6857777" cy="166199"/>
          </a:xfrm>
        </p:spPr>
        <p:txBody>
          <a:bodyPr vert="horz" wrap="square" lIns="0" tIns="0" rIns="0" bIns="0" rtlCol="0" anchor="b" anchorCtr="1">
            <a:spAutoFit/>
          </a:bodyPr>
          <a:lstStyle>
            <a:lvl1pPr marL="0" indent="0" algn="ctr">
              <a:buNone/>
              <a:defRPr lang="en-US" sz="900" b="0" cap="all" spc="400" baseline="0">
                <a:solidFill>
                  <a:schemeClr val="bg1">
                    <a:alpha val="53000"/>
                  </a:schemeClr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</a:lstStyle>
          <a:p>
            <a:pPr marL="0" lvl="0" algn="ctr">
              <a:spcBef>
                <a:spcPct val="0"/>
              </a:spcBef>
            </a:pPr>
            <a:r>
              <a:rPr lang="en-US"/>
              <a:t>Name, company</a:t>
            </a:r>
          </a:p>
        </p:txBody>
      </p:sp>
      <p:sp>
        <p:nvSpPr>
          <p:cNvPr id="18" name="1 stroke">
            <a:extLst>
              <a:ext uri="{FF2B5EF4-FFF2-40B4-BE49-F238E27FC236}">
                <a16:creationId xmlns:a16="http://schemas.microsoft.com/office/drawing/2014/main" id="{B2979B24-638C-3448-7917-73E49D5276E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772008" y="2385754"/>
            <a:ext cx="637773" cy="55321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19" name="1 gradient">
            <a:extLst>
              <a:ext uri="{FF2B5EF4-FFF2-40B4-BE49-F238E27FC236}">
                <a16:creationId xmlns:a16="http://schemas.microsoft.com/office/drawing/2014/main" id="{2F33F45E-925A-7291-0A6A-69206301C6DF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818271" y="2334047"/>
            <a:ext cx="637773" cy="553212"/>
          </a:xfr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20" name="1 stroke">
            <a:extLst>
              <a:ext uri="{FF2B5EF4-FFF2-40B4-BE49-F238E27FC236}">
                <a16:creationId xmlns:a16="http://schemas.microsoft.com/office/drawing/2014/main" id="{C9DE087F-A50D-32F3-1EA8-C8DFC7CADCA5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 rot="10800000">
            <a:off x="9735956" y="3511187"/>
            <a:ext cx="637773" cy="55321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21" name="1 gradient">
            <a:extLst>
              <a:ext uri="{FF2B5EF4-FFF2-40B4-BE49-F238E27FC236}">
                <a16:creationId xmlns:a16="http://schemas.microsoft.com/office/drawing/2014/main" id="{A1A4D660-6A1B-6CAE-4031-07EBF8FC7638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 rot="10800000">
            <a:off x="9782219" y="3459481"/>
            <a:ext cx="637773" cy="553212"/>
          </a:xfr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22" name="1 stroke">
            <a:extLst>
              <a:ext uri="{FF2B5EF4-FFF2-40B4-BE49-F238E27FC236}">
                <a16:creationId xmlns:a16="http://schemas.microsoft.com/office/drawing/2014/main" id="{A08288A5-3576-703E-EEF9-8B1D2FC09BC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772008" y="-976993"/>
            <a:ext cx="637773" cy="55321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23" name="1 gradient">
            <a:extLst>
              <a:ext uri="{FF2B5EF4-FFF2-40B4-BE49-F238E27FC236}">
                <a16:creationId xmlns:a16="http://schemas.microsoft.com/office/drawing/2014/main" id="{A2685AB7-44A7-1525-0422-0710C4F98B6D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818271" y="-1028699"/>
            <a:ext cx="637773" cy="553212"/>
          </a:xfr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err="1"/>
              <a:t>sdf</a:t>
            </a:r>
            <a:endParaRPr lang="en-US"/>
          </a:p>
        </p:txBody>
      </p:sp>
      <p:sp>
        <p:nvSpPr>
          <p:cNvPr id="24" name="1 stroke">
            <a:extLst>
              <a:ext uri="{FF2B5EF4-FFF2-40B4-BE49-F238E27FC236}">
                <a16:creationId xmlns:a16="http://schemas.microsoft.com/office/drawing/2014/main" id="{E22DADEA-73B0-1C0D-4878-EA9F48C8E177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977315" y="-976993"/>
            <a:ext cx="637773" cy="55321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50800"/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  <p:sp>
        <p:nvSpPr>
          <p:cNvPr id="25" name="1 gradient">
            <a:extLst>
              <a:ext uri="{FF2B5EF4-FFF2-40B4-BE49-F238E27FC236}">
                <a16:creationId xmlns:a16="http://schemas.microsoft.com/office/drawing/2014/main" id="{5E5C97C7-EDDD-A92C-178B-01613807B8B3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3023578" y="-1028699"/>
            <a:ext cx="637773" cy="553212"/>
          </a:xfr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 w="50800"/>
          <a:effectLst>
            <a:outerShdw blurRad="381000" dist="38100" dir="8100000" algn="tr" rotWithShape="0">
              <a:prstClr val="black"/>
            </a:outerShdw>
          </a:effectLst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sdf</a:t>
            </a:r>
          </a:p>
        </p:txBody>
      </p:sp>
    </p:spTree>
    <p:extLst>
      <p:ext uri="{BB962C8B-B14F-4D97-AF65-F5344CB8AC3E}">
        <p14:creationId xmlns:p14="http://schemas.microsoft.com/office/powerpoint/2010/main" val="16373686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icon cards+title_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stroke">
            <a:extLst>
              <a:ext uri="{FF2B5EF4-FFF2-40B4-BE49-F238E27FC236}">
                <a16:creationId xmlns:a16="http://schemas.microsoft.com/office/drawing/2014/main" id="{EE7EBE67-D7F7-F175-BD63-2116D936D00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8089900" y="2851150"/>
            <a:ext cx="353060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vert="horz" lIns="274320" tIns="548640" rIns="274320" bIns="0" rtlCol="0">
            <a:noAutofit/>
          </a:bodyPr>
          <a:lstStyle>
            <a:lvl1pPr marL="0" indent="0" algn="ctr">
              <a:buNone/>
              <a:defRPr lang="en-US"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 dolor sit </a:t>
            </a:r>
            <a:r>
              <a:rPr lang="en-US" err="1"/>
              <a:t>amet</a:t>
            </a:r>
            <a:r>
              <a:rPr lang="en-US"/>
              <a:t xml:space="preserve"> lorem ipsum dolor sit</a:t>
            </a:r>
          </a:p>
        </p:txBody>
      </p:sp>
      <p:sp>
        <p:nvSpPr>
          <p:cNvPr id="11" name="Text Placeholder stroke">
            <a:extLst>
              <a:ext uri="{FF2B5EF4-FFF2-40B4-BE49-F238E27FC236}">
                <a16:creationId xmlns:a16="http://schemas.microsoft.com/office/drawing/2014/main" id="{77CF585A-F1E5-6F45-AD39-1CE91D2AD7E8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30700" y="2851150"/>
            <a:ext cx="353060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vert="horz" lIns="274320" tIns="548640" rIns="274320" bIns="0" rtlCol="0">
            <a:noAutofit/>
          </a:bodyPr>
          <a:lstStyle>
            <a:lvl1pPr marL="0" indent="0" algn="ctr">
              <a:buNone/>
              <a:defRPr lang="en-US"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 dolor sit </a:t>
            </a:r>
            <a:r>
              <a:rPr lang="en-US" err="1"/>
              <a:t>amet</a:t>
            </a:r>
            <a:r>
              <a:rPr lang="en-US"/>
              <a:t xml:space="preserve"> lorem ipsum dolor sit</a:t>
            </a:r>
          </a:p>
        </p:txBody>
      </p:sp>
      <p:sp>
        <p:nvSpPr>
          <p:cNvPr id="12" name="Text Placeholder stroke">
            <a:extLst>
              <a:ext uri="{FF2B5EF4-FFF2-40B4-BE49-F238E27FC236}">
                <a16:creationId xmlns:a16="http://schemas.microsoft.com/office/drawing/2014/main" id="{C34A8210-1A8D-B853-3677-E4CD54D0882D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571500" y="2851150"/>
            <a:ext cx="3534327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274320" tIns="548640" rIns="274320"/>
          <a:lstStyle>
            <a:lvl1pPr marL="0" indent="0" algn="ctr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 dolor sit </a:t>
            </a:r>
            <a:r>
              <a:rPr lang="en-US" err="1"/>
              <a:t>amet</a:t>
            </a:r>
            <a:r>
              <a:rPr lang="en-US"/>
              <a:t xml:space="preserve"> lorem ipsum dolor sit</a:t>
            </a:r>
          </a:p>
        </p:txBody>
      </p:sp>
      <p:sp>
        <p:nvSpPr>
          <p:cNvPr id="13" name="icon box">
            <a:extLst>
              <a:ext uri="{FF2B5EF4-FFF2-40B4-BE49-F238E27FC236}">
                <a16:creationId xmlns:a16="http://schemas.microsoft.com/office/drawing/2014/main" id="{52DD4081-7873-57C7-750F-320FFF2C8A13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981098" y="2495550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365760" rIns="0" bIns="0" rtlCol="0" anchor="ctr">
            <a:noAutofit/>
          </a:bodyPr>
          <a:lstStyle>
            <a:lvl1pPr>
              <a:defRPr lang="en-US" sz="1100" spc="200">
                <a:solidFill>
                  <a:schemeClr val="bg1">
                    <a:alpha val="0"/>
                  </a:schemeClr>
                </a:solidFill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14" name="icon">
            <a:extLst>
              <a:ext uri="{FF2B5EF4-FFF2-40B4-BE49-F238E27FC236}">
                <a16:creationId xmlns:a16="http://schemas.microsoft.com/office/drawing/2014/main" id="{943863C1-B1B2-5D64-D79A-E2F49563719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14596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icon box">
            <a:extLst>
              <a:ext uri="{FF2B5EF4-FFF2-40B4-BE49-F238E27FC236}">
                <a16:creationId xmlns:a16="http://schemas.microsoft.com/office/drawing/2014/main" id="{BFFA2E1B-291E-D277-D987-6633DB27D42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740413" y="2495550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365760" rIns="0" bIns="0" rtlCol="0" anchor="ctr">
            <a:noAutofit/>
          </a:bodyPr>
          <a:lstStyle>
            <a:lvl1pPr>
              <a:defRPr lang="en-US" sz="1100" spc="200">
                <a:solidFill>
                  <a:schemeClr val="bg1">
                    <a:alpha val="0"/>
                  </a:schemeClr>
                </a:solidFill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19" name="icon">
            <a:extLst>
              <a:ext uri="{FF2B5EF4-FFF2-40B4-BE49-F238E27FC236}">
                <a16:creationId xmlns:a16="http://schemas.microsoft.com/office/drawing/2014/main" id="{5E3A393C-0BFE-30BD-5158-1BE042652C66}"/>
              </a:ext>
            </a:extLst>
          </p:cNvPr>
          <p:cNvSpPr>
            <a:spLocks noGrp="1" noChangeAspect="1"/>
          </p:cNvSpPr>
          <p:nvPr>
            <p:ph type="pic" sz="quarter" idx="112" hasCustomPrompt="1"/>
          </p:nvPr>
        </p:nvSpPr>
        <p:spPr>
          <a:xfrm>
            <a:off x="5874575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icon box">
            <a:extLst>
              <a:ext uri="{FF2B5EF4-FFF2-40B4-BE49-F238E27FC236}">
                <a16:creationId xmlns:a16="http://schemas.microsoft.com/office/drawing/2014/main" id="{E67E6F49-02D5-CDDD-EE55-81712021DF75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9495886" y="2495550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365760" rIns="0" bIns="0" rtlCol="0" anchor="ctr">
            <a:noAutofit/>
          </a:bodyPr>
          <a:lstStyle>
            <a:lvl1pPr>
              <a:defRPr lang="en-US" sz="1100" spc="200">
                <a:solidFill>
                  <a:schemeClr val="bg1">
                    <a:alpha val="0"/>
                  </a:schemeClr>
                </a:solidFill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21" name="icon">
            <a:extLst>
              <a:ext uri="{FF2B5EF4-FFF2-40B4-BE49-F238E27FC236}">
                <a16:creationId xmlns:a16="http://schemas.microsoft.com/office/drawing/2014/main" id="{75A170CC-3633-9B66-15F0-D0F4DF4A3A05}"/>
              </a:ext>
            </a:extLst>
          </p:cNvPr>
          <p:cNvSpPr>
            <a:spLocks noGrp="1" noChangeAspect="1"/>
          </p:cNvSpPr>
          <p:nvPr>
            <p:ph type="pic" sz="quarter" idx="114" hasCustomPrompt="1"/>
          </p:nvPr>
        </p:nvSpPr>
        <p:spPr>
          <a:xfrm>
            <a:off x="9637210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3FCC178-E3C5-D786-7232-D59296D4FE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6874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con cards+title_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stroke">
            <a:extLst>
              <a:ext uri="{FF2B5EF4-FFF2-40B4-BE49-F238E27FC236}">
                <a16:creationId xmlns:a16="http://schemas.microsoft.com/office/drawing/2014/main" id="{B322A8CB-F0D0-A547-59DE-1648699C62E4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571501" y="2851149"/>
            <a:ext cx="258688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274320" tIns="548640" rIns="274320"/>
          <a:lstStyle>
            <a:lvl1pPr marL="0" indent="0" algn="ctr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icon box">
            <a:extLst>
              <a:ext uri="{FF2B5EF4-FFF2-40B4-BE49-F238E27FC236}">
                <a16:creationId xmlns:a16="http://schemas.microsoft.com/office/drawing/2014/main" id="{C98F580F-63CE-4722-30A3-3715DDBC3FE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509037" y="2495550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91440" rIns="0" bIns="0" rtlCol="0" anchor="ctr">
            <a:noAutofit/>
          </a:bodyPr>
          <a:lstStyle>
            <a:lvl1pPr>
              <a:defRPr lang="en-US" sz="1100" spc="200">
                <a:noFill/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10" name="icon">
            <a:extLst>
              <a:ext uri="{FF2B5EF4-FFF2-40B4-BE49-F238E27FC236}">
                <a16:creationId xmlns:a16="http://schemas.microsoft.com/office/drawing/2014/main" id="{B4979518-6894-AA15-69F8-E1EBD819B0F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643199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icon box">
            <a:extLst>
              <a:ext uri="{FF2B5EF4-FFF2-40B4-BE49-F238E27FC236}">
                <a16:creationId xmlns:a16="http://schemas.microsoft.com/office/drawing/2014/main" id="{5FFB1209-3846-7F5F-2354-321F7D60720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28654" y="2495550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91440" rIns="0" bIns="0" rtlCol="0" anchor="ctr">
            <a:noAutofit/>
          </a:bodyPr>
          <a:lstStyle>
            <a:lvl1pPr>
              <a:defRPr lang="en-US" sz="1100" spc="200">
                <a:solidFill>
                  <a:schemeClr val="bg1">
                    <a:alpha val="0"/>
                  </a:schemeClr>
                </a:solidFill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16" name="icon">
            <a:extLst>
              <a:ext uri="{FF2B5EF4-FFF2-40B4-BE49-F238E27FC236}">
                <a16:creationId xmlns:a16="http://schemas.microsoft.com/office/drawing/2014/main" id="{1103AFF8-4B92-9B82-2826-898A43B23CF2}"/>
              </a:ext>
            </a:extLst>
          </p:cNvPr>
          <p:cNvSpPr>
            <a:spLocks noGrp="1" noChangeAspect="1"/>
          </p:cNvSpPr>
          <p:nvPr>
            <p:ph type="pic" sz="quarter" idx="112" hasCustomPrompt="1"/>
          </p:nvPr>
        </p:nvSpPr>
        <p:spPr>
          <a:xfrm>
            <a:off x="4462817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icon box">
            <a:extLst>
              <a:ext uri="{FF2B5EF4-FFF2-40B4-BE49-F238E27FC236}">
                <a16:creationId xmlns:a16="http://schemas.microsoft.com/office/drawing/2014/main" id="{AEF15721-4715-6A97-B882-11B0BEEE47C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7147964" y="2495550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91440" rIns="0" bIns="0" rtlCol="0" anchor="ctr">
            <a:noAutofit/>
          </a:bodyPr>
          <a:lstStyle>
            <a:lvl1pPr>
              <a:defRPr lang="en-US" sz="1100" spc="200">
                <a:noFill/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22" name="icon">
            <a:extLst>
              <a:ext uri="{FF2B5EF4-FFF2-40B4-BE49-F238E27FC236}">
                <a16:creationId xmlns:a16="http://schemas.microsoft.com/office/drawing/2014/main" id="{640101F6-BE3A-C811-8301-35A2B53EFE56}"/>
              </a:ext>
            </a:extLst>
          </p:cNvPr>
          <p:cNvSpPr>
            <a:spLocks noGrp="1" noChangeAspect="1"/>
          </p:cNvSpPr>
          <p:nvPr>
            <p:ph type="pic" sz="quarter" idx="114" hasCustomPrompt="1"/>
          </p:nvPr>
        </p:nvSpPr>
        <p:spPr>
          <a:xfrm>
            <a:off x="7282126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3" name="icon box">
            <a:extLst>
              <a:ext uri="{FF2B5EF4-FFF2-40B4-BE49-F238E27FC236}">
                <a16:creationId xmlns:a16="http://schemas.microsoft.com/office/drawing/2014/main" id="{3D50F27E-81B8-E40C-41FF-CFB6102AEDC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967272" y="2495550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  <a:effectLst/>
        </p:spPr>
        <p:txBody>
          <a:bodyPr vert="horz" lIns="0" tIns="91440" rIns="0" bIns="0" rtlCol="0" anchor="ctr">
            <a:noAutofit/>
          </a:bodyPr>
          <a:lstStyle>
            <a:lvl1pPr>
              <a:defRPr lang="en-US" sz="1100" spc="200">
                <a:solidFill>
                  <a:schemeClr val="bg1">
                    <a:alpha val="0"/>
                  </a:schemeClr>
                </a:solidFill>
                <a:cs typeface="+mn-cs"/>
              </a:defRPr>
            </a:lvl1pPr>
          </a:lstStyle>
          <a:p>
            <a:pPr marL="22859" lvl="0" algn="ctr" defTabSz="914056"/>
            <a:r>
              <a:rPr lang="en-US"/>
              <a:t xml:space="preserve"> </a:t>
            </a:r>
          </a:p>
        </p:txBody>
      </p:sp>
      <p:sp>
        <p:nvSpPr>
          <p:cNvPr id="24" name="icon">
            <a:extLst>
              <a:ext uri="{FF2B5EF4-FFF2-40B4-BE49-F238E27FC236}">
                <a16:creationId xmlns:a16="http://schemas.microsoft.com/office/drawing/2014/main" id="{59DB0C5A-AA71-20ED-A96D-0B03A8F475A3}"/>
              </a:ext>
            </a:extLst>
          </p:cNvPr>
          <p:cNvSpPr>
            <a:spLocks noGrp="1" noChangeAspect="1"/>
          </p:cNvSpPr>
          <p:nvPr>
            <p:ph type="pic" sz="quarter" idx="116" hasCustomPrompt="1"/>
          </p:nvPr>
        </p:nvSpPr>
        <p:spPr>
          <a:xfrm>
            <a:off x="10101434" y="2629716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Text Placeholder stroke">
            <a:extLst>
              <a:ext uri="{FF2B5EF4-FFF2-40B4-BE49-F238E27FC236}">
                <a16:creationId xmlns:a16="http://schemas.microsoft.com/office/drawing/2014/main" id="{DF886583-B4C2-92DE-3267-8BAAD9589DAC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3390802" y="2851149"/>
            <a:ext cx="258688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274320" tIns="548640" rIns="274320"/>
          <a:lstStyle>
            <a:lvl1pPr marL="0" indent="0" algn="ctr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</a:t>
            </a:r>
          </a:p>
        </p:txBody>
      </p:sp>
      <p:sp>
        <p:nvSpPr>
          <p:cNvPr id="30" name="Text Placeholder stroke">
            <a:extLst>
              <a:ext uri="{FF2B5EF4-FFF2-40B4-BE49-F238E27FC236}">
                <a16:creationId xmlns:a16="http://schemas.microsoft.com/office/drawing/2014/main" id="{771ACFB2-8666-EDBB-73CA-F758F7B875DD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210104" y="2851149"/>
            <a:ext cx="258688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274320" tIns="548640" rIns="274320"/>
          <a:lstStyle>
            <a:lvl1pPr marL="0" indent="0" algn="ctr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</a:t>
            </a:r>
          </a:p>
        </p:txBody>
      </p:sp>
      <p:sp>
        <p:nvSpPr>
          <p:cNvPr id="31" name="Text Placeholder stroke">
            <a:extLst>
              <a:ext uri="{FF2B5EF4-FFF2-40B4-BE49-F238E27FC236}">
                <a16:creationId xmlns:a16="http://schemas.microsoft.com/office/drawing/2014/main" id="{A28166D4-DA6E-BDD2-EF65-A07583FE7DF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029420" y="2851149"/>
            <a:ext cx="2586880" cy="164465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274320" tIns="548640" rIns="274320"/>
          <a:lstStyle>
            <a:lvl1pPr marL="0" indent="0" algn="ctr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dolor sit </a:t>
            </a:r>
            <a:r>
              <a:rPr lang="en-US" err="1"/>
              <a:t>amet</a:t>
            </a:r>
            <a:r>
              <a:rPr lang="en-US"/>
              <a:t xml:space="preserve"> lorem ipsum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95693DE-7DBC-5527-4221-AAC0B0BAB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0210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 cards+title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stroke">
            <a:extLst>
              <a:ext uri="{FF2B5EF4-FFF2-40B4-BE49-F238E27FC236}">
                <a16:creationId xmlns:a16="http://schemas.microsoft.com/office/drawing/2014/main" id="{AFDA94BB-4C9B-2A6C-D7CA-B1B0A097BC93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868158" y="2495551"/>
            <a:ext cx="4098258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640080" tIns="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consur</a:t>
            </a:r>
            <a:r>
              <a:rPr lang="en-US"/>
              <a:t xml:space="preserve"> lorem </a:t>
            </a:r>
            <a:r>
              <a:rPr lang="en-US" err="1"/>
              <a:t>ut</a:t>
            </a:r>
            <a:r>
              <a:rPr lang="en-US"/>
              <a:t xml:space="preserve"> lorem ipsum dolor set</a:t>
            </a:r>
          </a:p>
        </p:txBody>
      </p:sp>
      <p:sp>
        <p:nvSpPr>
          <p:cNvPr id="7" name="icon box">
            <a:extLst>
              <a:ext uri="{FF2B5EF4-FFF2-40B4-BE49-F238E27FC236}">
                <a16:creationId xmlns:a16="http://schemas.microsoft.com/office/drawing/2014/main" id="{65ED89CF-49E5-17A5-8840-7F587CB17568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512570" y="2659257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8" name="icon">
            <a:extLst>
              <a:ext uri="{FF2B5EF4-FFF2-40B4-BE49-F238E27FC236}">
                <a16:creationId xmlns:a16="http://schemas.microsoft.com/office/drawing/2014/main" id="{8499D592-8599-042E-A276-4CBADA97EAB8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1646732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Text Placeholder stroke">
            <a:extLst>
              <a:ext uri="{FF2B5EF4-FFF2-40B4-BE49-F238E27FC236}">
                <a16:creationId xmlns:a16="http://schemas.microsoft.com/office/drawing/2014/main" id="{67ED4C65-2378-CDB6-0E06-0CAE0CAD5DE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566004" y="2495551"/>
            <a:ext cx="4098258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640080" tIns="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consur</a:t>
            </a:r>
            <a:r>
              <a:rPr lang="en-US"/>
              <a:t xml:space="preserve"> lorem </a:t>
            </a:r>
            <a:r>
              <a:rPr lang="en-US" err="1"/>
              <a:t>ut</a:t>
            </a:r>
            <a:r>
              <a:rPr lang="en-US"/>
              <a:t xml:space="preserve"> lorem ipsum dolor set</a:t>
            </a:r>
          </a:p>
        </p:txBody>
      </p:sp>
      <p:sp>
        <p:nvSpPr>
          <p:cNvPr id="12" name="icon box">
            <a:extLst>
              <a:ext uri="{FF2B5EF4-FFF2-40B4-BE49-F238E27FC236}">
                <a16:creationId xmlns:a16="http://schemas.microsoft.com/office/drawing/2014/main" id="{5FA4A858-F441-980F-AD68-22EE3138012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210416" y="2659257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tIns="9144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5" name="icon">
            <a:extLst>
              <a:ext uri="{FF2B5EF4-FFF2-40B4-BE49-F238E27FC236}">
                <a16:creationId xmlns:a16="http://schemas.microsoft.com/office/drawing/2014/main" id="{372F4F66-9911-9809-5C77-F281FAC73934}"/>
              </a:ext>
            </a:extLst>
          </p:cNvPr>
          <p:cNvSpPr>
            <a:spLocks noGrp="1" noChangeAspect="1"/>
          </p:cNvSpPr>
          <p:nvPr>
            <p:ph type="pic" sz="quarter" idx="115" hasCustomPrompt="1"/>
          </p:nvPr>
        </p:nvSpPr>
        <p:spPr>
          <a:xfrm>
            <a:off x="6344578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9" name="Text Placeholder stroke">
            <a:extLst>
              <a:ext uri="{FF2B5EF4-FFF2-40B4-BE49-F238E27FC236}">
                <a16:creationId xmlns:a16="http://schemas.microsoft.com/office/drawing/2014/main" id="{89EDA3C0-12C1-1971-4A35-FA735D6313B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868158" y="3990587"/>
            <a:ext cx="4098258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640080" tIns="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consur</a:t>
            </a:r>
            <a:r>
              <a:rPr lang="en-US"/>
              <a:t xml:space="preserve"> lorem </a:t>
            </a:r>
            <a:r>
              <a:rPr lang="en-US" err="1"/>
              <a:t>ut</a:t>
            </a:r>
            <a:r>
              <a:rPr lang="en-US"/>
              <a:t xml:space="preserve"> lorem ipsum dolor set</a:t>
            </a:r>
          </a:p>
        </p:txBody>
      </p:sp>
      <p:sp>
        <p:nvSpPr>
          <p:cNvPr id="40" name="icon box">
            <a:extLst>
              <a:ext uri="{FF2B5EF4-FFF2-40B4-BE49-F238E27FC236}">
                <a16:creationId xmlns:a16="http://schemas.microsoft.com/office/drawing/2014/main" id="{0828DD2E-659B-807B-1A0D-85AC1970301F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1512570" y="4154293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1" name="icon">
            <a:extLst>
              <a:ext uri="{FF2B5EF4-FFF2-40B4-BE49-F238E27FC236}">
                <a16:creationId xmlns:a16="http://schemas.microsoft.com/office/drawing/2014/main" id="{A4FD1A25-C0E0-DFCE-2EA9-2C0C9A0B9B66}"/>
              </a:ext>
            </a:extLst>
          </p:cNvPr>
          <p:cNvSpPr>
            <a:spLocks noGrp="1" noChangeAspect="1"/>
          </p:cNvSpPr>
          <p:nvPr>
            <p:ph type="pic" sz="quarter" idx="131" hasCustomPrompt="1"/>
          </p:nvPr>
        </p:nvSpPr>
        <p:spPr>
          <a:xfrm>
            <a:off x="1646732" y="4288460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2" name="Text Placeholder stroke">
            <a:extLst>
              <a:ext uri="{FF2B5EF4-FFF2-40B4-BE49-F238E27FC236}">
                <a16:creationId xmlns:a16="http://schemas.microsoft.com/office/drawing/2014/main" id="{551AE690-7B23-3CA6-BA62-8C9C908FBB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566004" y="3990587"/>
            <a:ext cx="4098258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640080" tIns="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consur</a:t>
            </a:r>
            <a:r>
              <a:rPr lang="en-US"/>
              <a:t xml:space="preserve"> lorem </a:t>
            </a:r>
            <a:r>
              <a:rPr lang="en-US" err="1"/>
              <a:t>ut</a:t>
            </a:r>
            <a:r>
              <a:rPr lang="en-US"/>
              <a:t xml:space="preserve"> lorem ipsum dolor set</a:t>
            </a:r>
          </a:p>
        </p:txBody>
      </p:sp>
      <p:sp>
        <p:nvSpPr>
          <p:cNvPr id="43" name="icon box">
            <a:extLst>
              <a:ext uri="{FF2B5EF4-FFF2-40B4-BE49-F238E27FC236}">
                <a16:creationId xmlns:a16="http://schemas.microsoft.com/office/drawing/2014/main" id="{15F60010-B147-C2A8-B144-C4C81E67BF61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10416" y="4154293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4" name="icon">
            <a:extLst>
              <a:ext uri="{FF2B5EF4-FFF2-40B4-BE49-F238E27FC236}">
                <a16:creationId xmlns:a16="http://schemas.microsoft.com/office/drawing/2014/main" id="{E22ADC6E-27CA-B401-8629-68E426F8FDB7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6344578" y="4288460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E1C5603C-8203-6DB9-7B4A-A72FE6D721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55562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con cards+title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stroke">
            <a:extLst>
              <a:ext uri="{FF2B5EF4-FFF2-40B4-BE49-F238E27FC236}">
                <a16:creationId xmlns:a16="http://schemas.microsoft.com/office/drawing/2014/main" id="{67ED4C65-2378-CDB6-0E06-0CAE0CAD5DE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806609" y="2495551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consectetur</a:t>
            </a:r>
            <a:r>
              <a:rPr lang="en-US"/>
              <a:t xml:space="preserve"> lorem </a:t>
            </a:r>
            <a:r>
              <a:rPr lang="en-US" err="1"/>
              <a:t>ut</a:t>
            </a:r>
            <a:endParaRPr lang="en-US"/>
          </a:p>
        </p:txBody>
      </p:sp>
      <p:sp>
        <p:nvSpPr>
          <p:cNvPr id="12" name="icon box">
            <a:extLst>
              <a:ext uri="{FF2B5EF4-FFF2-40B4-BE49-F238E27FC236}">
                <a16:creationId xmlns:a16="http://schemas.microsoft.com/office/drawing/2014/main" id="{5FA4A858-F441-980F-AD68-22EE3138012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2451021" y="2659257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5" name="icon">
            <a:extLst>
              <a:ext uri="{FF2B5EF4-FFF2-40B4-BE49-F238E27FC236}">
                <a16:creationId xmlns:a16="http://schemas.microsoft.com/office/drawing/2014/main" id="{372F4F66-9911-9809-5C77-F281FAC73934}"/>
              </a:ext>
            </a:extLst>
          </p:cNvPr>
          <p:cNvSpPr>
            <a:spLocks noGrp="1" noChangeAspect="1"/>
          </p:cNvSpPr>
          <p:nvPr>
            <p:ph type="pic" sz="quarter" idx="115" hasCustomPrompt="1"/>
          </p:nvPr>
        </p:nvSpPr>
        <p:spPr>
          <a:xfrm>
            <a:off x="2585183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Text Placeholder stroke">
            <a:extLst>
              <a:ext uri="{FF2B5EF4-FFF2-40B4-BE49-F238E27FC236}">
                <a16:creationId xmlns:a16="http://schemas.microsoft.com/office/drawing/2014/main" id="{9480BF8B-157E-2ABA-3434-349453D44B8F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6566084" y="2495551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27" name="icon box">
            <a:extLst>
              <a:ext uri="{FF2B5EF4-FFF2-40B4-BE49-F238E27FC236}">
                <a16:creationId xmlns:a16="http://schemas.microsoft.com/office/drawing/2014/main" id="{15C406D9-6618-94B1-58A5-295D6416827F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210496" y="2659257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8" name="icon">
            <a:extLst>
              <a:ext uri="{FF2B5EF4-FFF2-40B4-BE49-F238E27FC236}">
                <a16:creationId xmlns:a16="http://schemas.microsoft.com/office/drawing/2014/main" id="{B38ADC3F-5C63-7E33-8D36-8DADD79CB3AC}"/>
              </a:ext>
            </a:extLst>
          </p:cNvPr>
          <p:cNvSpPr>
            <a:spLocks noGrp="1" noChangeAspect="1"/>
          </p:cNvSpPr>
          <p:nvPr>
            <p:ph type="pic" sz="quarter" idx="128" hasCustomPrompt="1"/>
          </p:nvPr>
        </p:nvSpPr>
        <p:spPr>
          <a:xfrm>
            <a:off x="6344658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9" name="Text Placeholder stroke">
            <a:extLst>
              <a:ext uri="{FF2B5EF4-FFF2-40B4-BE49-F238E27FC236}">
                <a16:creationId xmlns:a16="http://schemas.microsoft.com/office/drawing/2014/main" id="{89EDA3C0-12C1-1971-4A35-FA735D6313B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927071" y="3990587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consectetur</a:t>
            </a:r>
            <a:r>
              <a:rPr lang="en-US"/>
              <a:t xml:space="preserve"> lorem </a:t>
            </a:r>
            <a:r>
              <a:rPr lang="en-US" err="1"/>
              <a:t>ut</a:t>
            </a:r>
            <a:endParaRPr lang="en-US"/>
          </a:p>
        </p:txBody>
      </p:sp>
      <p:sp>
        <p:nvSpPr>
          <p:cNvPr id="40" name="icon box">
            <a:extLst>
              <a:ext uri="{FF2B5EF4-FFF2-40B4-BE49-F238E27FC236}">
                <a16:creationId xmlns:a16="http://schemas.microsoft.com/office/drawing/2014/main" id="{0828DD2E-659B-807B-1A0D-85AC1970301F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71482" y="4154293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1" name="icon">
            <a:extLst>
              <a:ext uri="{FF2B5EF4-FFF2-40B4-BE49-F238E27FC236}">
                <a16:creationId xmlns:a16="http://schemas.microsoft.com/office/drawing/2014/main" id="{A4FD1A25-C0E0-DFCE-2EA9-2C0C9A0B9B66}"/>
              </a:ext>
            </a:extLst>
          </p:cNvPr>
          <p:cNvSpPr>
            <a:spLocks noGrp="1" noChangeAspect="1"/>
          </p:cNvSpPr>
          <p:nvPr>
            <p:ph type="pic" sz="quarter" idx="131" hasCustomPrompt="1"/>
          </p:nvPr>
        </p:nvSpPr>
        <p:spPr>
          <a:xfrm>
            <a:off x="705645" y="4288460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2" name="Text Placeholder stroke">
            <a:extLst>
              <a:ext uri="{FF2B5EF4-FFF2-40B4-BE49-F238E27FC236}">
                <a16:creationId xmlns:a16="http://schemas.microsoft.com/office/drawing/2014/main" id="{551AE690-7B23-3CA6-BA62-8C9C908FBB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686148" y="3990587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43" name="icon box">
            <a:extLst>
              <a:ext uri="{FF2B5EF4-FFF2-40B4-BE49-F238E27FC236}">
                <a16:creationId xmlns:a16="http://schemas.microsoft.com/office/drawing/2014/main" id="{15F60010-B147-C2A8-B144-C4C81E67BF61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4330560" y="4154293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4" name="icon">
            <a:extLst>
              <a:ext uri="{FF2B5EF4-FFF2-40B4-BE49-F238E27FC236}">
                <a16:creationId xmlns:a16="http://schemas.microsoft.com/office/drawing/2014/main" id="{E22ADC6E-27CA-B401-8629-68E426F8FDB7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4464722" y="4288460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5" name="Text Placeholder stroke">
            <a:extLst>
              <a:ext uri="{FF2B5EF4-FFF2-40B4-BE49-F238E27FC236}">
                <a16:creationId xmlns:a16="http://schemas.microsoft.com/office/drawing/2014/main" id="{5054B86E-4F34-D8B2-4E03-3AADA6657FCF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8445623" y="3990587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rIns="182880" bIns="0" anchor="ctr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46" name="icon box">
            <a:extLst>
              <a:ext uri="{FF2B5EF4-FFF2-40B4-BE49-F238E27FC236}">
                <a16:creationId xmlns:a16="http://schemas.microsoft.com/office/drawing/2014/main" id="{6364B082-5835-7C28-242F-FF60B118A932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8090034" y="4154293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7" name="icon">
            <a:extLst>
              <a:ext uri="{FF2B5EF4-FFF2-40B4-BE49-F238E27FC236}">
                <a16:creationId xmlns:a16="http://schemas.microsoft.com/office/drawing/2014/main" id="{0323965A-F02E-8F96-8E3D-8DFB9C2B36D4}"/>
              </a:ext>
            </a:extLst>
          </p:cNvPr>
          <p:cNvSpPr>
            <a:spLocks noGrp="1" noChangeAspect="1"/>
          </p:cNvSpPr>
          <p:nvPr>
            <p:ph type="pic" sz="quarter" idx="137" hasCustomPrompt="1"/>
          </p:nvPr>
        </p:nvSpPr>
        <p:spPr>
          <a:xfrm>
            <a:off x="8224197" y="4288460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D517716-3337-18CD-EEC3-8DCFE35DAB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5563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 cards+title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31DF3-5942-5DF8-B31A-B402C54A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stroke">
            <a:extLst>
              <a:ext uri="{FF2B5EF4-FFF2-40B4-BE49-F238E27FC236}">
                <a16:creationId xmlns:a16="http://schemas.microsoft.com/office/drawing/2014/main" id="{AFDA94BB-4C9B-2A6C-D7CA-B1B0A097BC93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927071" y="2495551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sed do </a:t>
            </a:r>
            <a:r>
              <a:rPr lang="en-US" err="1"/>
              <a:t>consectetur</a:t>
            </a:r>
            <a:r>
              <a:rPr lang="en-US"/>
              <a:t xml:space="preserve"> lorem </a:t>
            </a:r>
            <a:r>
              <a:rPr lang="en-US" err="1"/>
              <a:t>ut</a:t>
            </a:r>
            <a:endParaRPr lang="en-US"/>
          </a:p>
        </p:txBody>
      </p:sp>
      <p:sp>
        <p:nvSpPr>
          <p:cNvPr id="7" name="icon box">
            <a:extLst>
              <a:ext uri="{FF2B5EF4-FFF2-40B4-BE49-F238E27FC236}">
                <a16:creationId xmlns:a16="http://schemas.microsoft.com/office/drawing/2014/main" id="{65ED89CF-49E5-17A5-8840-7F587CB17568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571482" y="2659257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8" name="icon">
            <a:extLst>
              <a:ext uri="{FF2B5EF4-FFF2-40B4-BE49-F238E27FC236}">
                <a16:creationId xmlns:a16="http://schemas.microsoft.com/office/drawing/2014/main" id="{8499D592-8599-042E-A276-4CBADA97EAB8}"/>
              </a:ext>
            </a:extLst>
          </p:cNvPr>
          <p:cNvSpPr>
            <a:spLocks noGrp="1" noChangeAspect="1"/>
          </p:cNvSpPr>
          <p:nvPr>
            <p:ph type="pic" sz="quarter" idx="126" hasCustomPrompt="1"/>
          </p:nvPr>
        </p:nvSpPr>
        <p:spPr>
          <a:xfrm>
            <a:off x="705645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Text Placeholder stroke">
            <a:extLst>
              <a:ext uri="{FF2B5EF4-FFF2-40B4-BE49-F238E27FC236}">
                <a16:creationId xmlns:a16="http://schemas.microsoft.com/office/drawing/2014/main" id="{67ED4C65-2378-CDB6-0E06-0CAE0CAD5DE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86148" y="2495551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12" name="icon box">
            <a:extLst>
              <a:ext uri="{FF2B5EF4-FFF2-40B4-BE49-F238E27FC236}">
                <a16:creationId xmlns:a16="http://schemas.microsoft.com/office/drawing/2014/main" id="{5FA4A858-F441-980F-AD68-22EE3138012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4330560" y="2659257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5" name="icon">
            <a:extLst>
              <a:ext uri="{FF2B5EF4-FFF2-40B4-BE49-F238E27FC236}">
                <a16:creationId xmlns:a16="http://schemas.microsoft.com/office/drawing/2014/main" id="{372F4F66-9911-9809-5C77-F281FAC73934}"/>
              </a:ext>
            </a:extLst>
          </p:cNvPr>
          <p:cNvSpPr>
            <a:spLocks noGrp="1" noChangeAspect="1"/>
          </p:cNvSpPr>
          <p:nvPr>
            <p:ph type="pic" sz="quarter" idx="115" hasCustomPrompt="1"/>
          </p:nvPr>
        </p:nvSpPr>
        <p:spPr>
          <a:xfrm>
            <a:off x="4464722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Text Placeholder stroke">
            <a:extLst>
              <a:ext uri="{FF2B5EF4-FFF2-40B4-BE49-F238E27FC236}">
                <a16:creationId xmlns:a16="http://schemas.microsoft.com/office/drawing/2014/main" id="{9480BF8B-157E-2ABA-3434-349453D44B8F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8445623" y="2495551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27" name="icon box">
            <a:extLst>
              <a:ext uri="{FF2B5EF4-FFF2-40B4-BE49-F238E27FC236}">
                <a16:creationId xmlns:a16="http://schemas.microsoft.com/office/drawing/2014/main" id="{15C406D9-6618-94B1-58A5-295D6416827F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8090034" y="2659257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28" name="icon">
            <a:extLst>
              <a:ext uri="{FF2B5EF4-FFF2-40B4-BE49-F238E27FC236}">
                <a16:creationId xmlns:a16="http://schemas.microsoft.com/office/drawing/2014/main" id="{B38ADC3F-5C63-7E33-8D36-8DADD79CB3AC}"/>
              </a:ext>
            </a:extLst>
          </p:cNvPr>
          <p:cNvSpPr>
            <a:spLocks noGrp="1" noChangeAspect="1"/>
          </p:cNvSpPr>
          <p:nvPr>
            <p:ph type="pic" sz="quarter" idx="128" hasCustomPrompt="1"/>
          </p:nvPr>
        </p:nvSpPr>
        <p:spPr>
          <a:xfrm>
            <a:off x="8224197" y="2793424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9" name="Text Placeholder stroke">
            <a:extLst>
              <a:ext uri="{FF2B5EF4-FFF2-40B4-BE49-F238E27FC236}">
                <a16:creationId xmlns:a16="http://schemas.microsoft.com/office/drawing/2014/main" id="{89EDA3C0-12C1-1971-4A35-FA735D6313B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927071" y="3987344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40" name="icon box">
            <a:extLst>
              <a:ext uri="{FF2B5EF4-FFF2-40B4-BE49-F238E27FC236}">
                <a16:creationId xmlns:a16="http://schemas.microsoft.com/office/drawing/2014/main" id="{0828DD2E-659B-807B-1A0D-85AC1970301F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71482" y="4151051"/>
            <a:ext cx="711177" cy="711200"/>
          </a:xfrm>
          <a:gradFill>
            <a:gsLst>
              <a:gs pos="0">
                <a:srgbClr val="D6E4FF"/>
              </a:gs>
              <a:gs pos="30000">
                <a:srgbClr val="1966FF"/>
              </a:gs>
              <a:gs pos="93000">
                <a:srgbClr val="0525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1" name="icon">
            <a:extLst>
              <a:ext uri="{FF2B5EF4-FFF2-40B4-BE49-F238E27FC236}">
                <a16:creationId xmlns:a16="http://schemas.microsoft.com/office/drawing/2014/main" id="{A4FD1A25-C0E0-DFCE-2EA9-2C0C9A0B9B66}"/>
              </a:ext>
            </a:extLst>
          </p:cNvPr>
          <p:cNvSpPr>
            <a:spLocks noGrp="1" noChangeAspect="1"/>
          </p:cNvSpPr>
          <p:nvPr>
            <p:ph type="pic" sz="quarter" idx="131" hasCustomPrompt="1"/>
          </p:nvPr>
        </p:nvSpPr>
        <p:spPr>
          <a:xfrm>
            <a:off x="705645" y="4285217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2" name="Text Placeholder stroke">
            <a:extLst>
              <a:ext uri="{FF2B5EF4-FFF2-40B4-BE49-F238E27FC236}">
                <a16:creationId xmlns:a16="http://schemas.microsoft.com/office/drawing/2014/main" id="{551AE690-7B23-3CA6-BA62-8C9C908FBB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686148" y="3987344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43" name="icon box">
            <a:extLst>
              <a:ext uri="{FF2B5EF4-FFF2-40B4-BE49-F238E27FC236}">
                <a16:creationId xmlns:a16="http://schemas.microsoft.com/office/drawing/2014/main" id="{15F60010-B147-C2A8-B144-C4C81E67BF61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4330560" y="4151051"/>
            <a:ext cx="711177" cy="711200"/>
          </a:xfrm>
          <a:gradFill>
            <a:gsLst>
              <a:gs pos="0">
                <a:srgbClr val="EBFEF9"/>
              </a:gs>
              <a:gs pos="30000">
                <a:srgbClr val="07BBAC"/>
              </a:gs>
              <a:gs pos="93000">
                <a:srgbClr val="01394C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4" name="icon">
            <a:extLst>
              <a:ext uri="{FF2B5EF4-FFF2-40B4-BE49-F238E27FC236}">
                <a16:creationId xmlns:a16="http://schemas.microsoft.com/office/drawing/2014/main" id="{E22ADC6E-27CA-B401-8629-68E426F8FDB7}"/>
              </a:ext>
            </a:extLst>
          </p:cNvPr>
          <p:cNvSpPr>
            <a:spLocks noGrp="1" noChangeAspect="1"/>
          </p:cNvSpPr>
          <p:nvPr>
            <p:ph type="pic" sz="quarter" idx="134" hasCustomPrompt="1"/>
          </p:nvPr>
        </p:nvSpPr>
        <p:spPr>
          <a:xfrm>
            <a:off x="4464722" y="4285217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5" name="Text Placeholder stroke">
            <a:extLst>
              <a:ext uri="{FF2B5EF4-FFF2-40B4-BE49-F238E27FC236}">
                <a16:creationId xmlns:a16="http://schemas.microsoft.com/office/drawing/2014/main" id="{5054B86E-4F34-D8B2-4E03-3AADA6657FCF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8445623" y="3987344"/>
            <a:ext cx="3174896" cy="1038613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</a:ln>
          <a:effectLst/>
        </p:spPr>
        <p:txBody>
          <a:bodyPr lIns="548640" tIns="0" rIns="182880" bIns="0" anchor="ctr" anchorCtr="0"/>
          <a:lstStyle>
            <a:lvl1pPr marL="0" indent="0">
              <a:buNone/>
              <a:defRPr sz="1351"/>
            </a:lvl1pPr>
          </a:lstStyle>
          <a:p>
            <a:pPr lvl="0"/>
            <a:r>
              <a:rPr lang="en-US"/>
              <a:t>Lorem ipsum dolor sit amet, sed do consectetur lorem ut</a:t>
            </a:r>
          </a:p>
        </p:txBody>
      </p:sp>
      <p:sp>
        <p:nvSpPr>
          <p:cNvPr id="46" name="icon box">
            <a:extLst>
              <a:ext uri="{FF2B5EF4-FFF2-40B4-BE49-F238E27FC236}">
                <a16:creationId xmlns:a16="http://schemas.microsoft.com/office/drawing/2014/main" id="{6364B082-5835-7C28-242F-FF60B118A932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8090034" y="4151051"/>
            <a:ext cx="711177" cy="711200"/>
          </a:xfrm>
          <a:gradFill>
            <a:gsLst>
              <a:gs pos="0">
                <a:srgbClr val="DCC2FF"/>
              </a:gs>
              <a:gs pos="39000">
                <a:srgbClr val="7F1AFF"/>
              </a:gs>
              <a:gs pos="93000">
                <a:srgbClr val="0F1766"/>
              </a:gs>
            </a:gsLst>
            <a:lin ang="6000000" scaled="0"/>
          </a:gradFill>
          <a:ln w="15875">
            <a:solidFill>
              <a:schemeClr val="bg1"/>
            </a:solidFill>
            <a:miter lim="800000"/>
          </a:ln>
        </p:spPr>
        <p:txBody>
          <a:bodyPr lIns="457200" rIns="182880" anchor="ctr" anchorCtr="0"/>
          <a:lstStyle>
            <a:lvl1pPr marL="0" indent="0">
              <a:buNone/>
              <a:defRPr sz="200"/>
            </a:lvl1pPr>
            <a:lvl2pPr marL="457129" indent="0">
              <a:buNone/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en-US"/>
              <a:t xml:space="preserve"> </a:t>
            </a:r>
          </a:p>
        </p:txBody>
      </p:sp>
      <p:sp>
        <p:nvSpPr>
          <p:cNvPr id="47" name="icon">
            <a:extLst>
              <a:ext uri="{FF2B5EF4-FFF2-40B4-BE49-F238E27FC236}">
                <a16:creationId xmlns:a16="http://schemas.microsoft.com/office/drawing/2014/main" id="{0323965A-F02E-8F96-8E3D-8DFB9C2B36D4}"/>
              </a:ext>
            </a:extLst>
          </p:cNvPr>
          <p:cNvSpPr>
            <a:spLocks noGrp="1" noChangeAspect="1"/>
          </p:cNvSpPr>
          <p:nvPr>
            <p:ph type="pic" sz="quarter" idx="137" hasCustomPrompt="1"/>
          </p:nvPr>
        </p:nvSpPr>
        <p:spPr>
          <a:xfrm>
            <a:off x="8224197" y="4285217"/>
            <a:ext cx="442852" cy="442867"/>
          </a:xfrm>
          <a:prstGeom prst="rect">
            <a:avLst/>
          </a:prstGeom>
          <a:noFill/>
          <a:ln w="50800">
            <a:noFill/>
            <a:miter lim="800000"/>
          </a:ln>
        </p:spPr>
        <p:txBody>
          <a:bodyPr lIns="0" tIns="0" rIns="0" bIns="0" anchor="t" anchorCtr="0"/>
          <a:lstStyle>
            <a:lvl1pPr marL="0" indent="0" algn="ctr">
              <a:buNone/>
              <a:defRPr sz="165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77CF2054-1B14-94AB-694E-ABF38C9EE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0160" y="1431153"/>
            <a:ext cx="2011681" cy="9284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467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9D7C9-208C-C8D0-3720-ACC959F06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533" y="1944715"/>
            <a:ext cx="8229332" cy="1692771"/>
          </a:xfrm>
        </p:spPr>
        <p:txBody>
          <a:bodyPr wrap="square" bIns="0" anchor="b" anchorCtr="1">
            <a:spAutoFit/>
          </a:bodyPr>
          <a:lstStyle>
            <a:lvl1pPr algn="ctr">
              <a:defRPr sz="11000"/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BFE85D9-E732-387B-59D3-9525410A5F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4880" y="3849852"/>
            <a:ext cx="2682240" cy="12379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433" b="-140811"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  <a:lvl2pPr marL="1828559" indent="0">
              <a:buNone/>
              <a:defRPr/>
            </a:lvl2pPr>
            <a:lvl3pPr marL="3657123" indent="0">
              <a:buNone/>
              <a:defRPr/>
            </a:lvl3pPr>
            <a:lvl4pPr marL="5485683" indent="0">
              <a:buNone/>
              <a:defRPr sz="800">
                <a:solidFill>
                  <a:srgbClr val="000714">
                    <a:alpha val="0"/>
                  </a:srgbClr>
                </a:solidFill>
              </a:defRPr>
            </a:lvl4pPr>
            <a:lvl5pPr marL="7314238" indent="0">
              <a:buNone/>
              <a:defRPr/>
            </a:lvl5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0313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live c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AA24BBC-308B-1BC0-55D1-942D07F3A5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3846" y="2608263"/>
            <a:ext cx="6604311" cy="1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055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+divider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18003-2D3B-6698-EA0D-37D328B781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B9D7C9-208C-C8D0-3720-ACC959F06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2538" y="2779186"/>
            <a:ext cx="8787320" cy="830997"/>
          </a:xfrm>
        </p:spPr>
        <p:txBody>
          <a:bodyPr wrap="square" bIns="0" anchor="ctr" anchorCtr="1">
            <a:spAutoFit/>
          </a:bodyPr>
          <a:lstStyle>
            <a:lvl1pPr algn="ctr">
              <a:defRPr sz="5400"/>
            </a:lvl1pPr>
          </a:lstStyle>
          <a:p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734170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+content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78D24-08D2-0D4A-8CDE-DD2D1A57AF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7543D-C73F-DC52-9BA6-97742CE96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5851" y="2982263"/>
            <a:ext cx="9420694" cy="738664"/>
          </a:xfrm>
        </p:spPr>
        <p:txBody>
          <a:bodyPr wrap="square" bIns="0" anchor="ctr" anchorCtr="1">
            <a:spAutoFit/>
          </a:bodyPr>
          <a:lstStyle>
            <a:lvl1pPr algn="ctr">
              <a:defRPr sz="48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DDF2D9-AC0D-C384-95DA-9BB6A9378D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5866" y="3695367"/>
            <a:ext cx="9420268" cy="443198"/>
          </a:xfrm>
        </p:spPr>
        <p:txBody>
          <a:bodyPr wrap="square" anchor="t" anchorCtr="1">
            <a:sp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 xml:space="preserve">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066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1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1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8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0820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708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90689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?>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9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41" Type="http://schemas.openxmlformats.org/officeDocument/2006/relationships/image" Target="../media/image27.pn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37" Type="http://schemas.openxmlformats.org/officeDocument/2006/relationships/slideLayout" Target="../slideLayouts/slideLayout71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9.xml"/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38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fld id="{B74A06D9-3819-4147-8644-BCEC6F6D0F14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fld id="{A4A734F6-8CEA-4FC8-833D-9523494C871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3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tx1"/>
          </a:solidFill>
          <a:latin typeface="Bernina Sans Offc Extrabold" pitchFamily="2" charset="0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" pitchFamily="2" charset="2"/>
        <a:buChar char="§"/>
        <a:tabLst/>
        <a:defRPr sz="2400" b="0" i="0" kern="1200">
          <a:solidFill>
            <a:schemeClr val="tx1"/>
          </a:solidFill>
          <a:latin typeface="Bernina Sans Offc" panose="02000000000000000000" pitchFamily="2" charset="77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2000" b="0" i="0" kern="1200">
          <a:solidFill>
            <a:schemeClr val="tx1"/>
          </a:solidFill>
          <a:latin typeface="Bernina Sans Offc" panose="02000000000000000000" pitchFamily="2" charset="77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Bernina Sans Offc" panose="02000000000000000000" pitchFamily="2" charset="77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600" b="0" i="0" kern="1200">
          <a:solidFill>
            <a:schemeClr val="tx1"/>
          </a:solidFill>
          <a:latin typeface="Bernina Sans Offc" panose="02000000000000000000" pitchFamily="2" charset="77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ernina Sans Offc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background  Description automatically generated">
            <a:extLst>
              <a:ext uri="{FF2B5EF4-FFF2-40B4-BE49-F238E27FC236}">
                <a16:creationId xmlns:a16="http://schemas.microsoft.com/office/drawing/2014/main" id="{D9F5E14F-BF47-21E7-CF9C-4E25523345EE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" r="15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59B7F-FE6B-CE37-CFE7-648084CF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82" y="787401"/>
            <a:ext cx="11049037" cy="53860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 xml:space="preserve"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8810DA-1C8B-A19C-F400-11005AEEE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82" y="1828800"/>
            <a:ext cx="11049037" cy="42588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468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</p:sldLayoutIdLst>
  <p:hf sldNum="0" hdr="0" ftr="0" dt="0"/>
  <p:txStyles>
    <p:titleStyle>
      <a:lvl1pPr marL="0" marR="0" indent="0" algn="ctr" defTabSz="914258" rtl="0" eaLnBrk="1" fontAlgn="ctr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3500" b="1" i="0" kern="1200" cap="none" spc="0" baseline="0">
          <a:solidFill>
            <a:schemeClr val="bg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0" indent="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bg1"/>
        </a:buClr>
        <a:buSzPct val="60000"/>
        <a:buFont typeface="System Font Regular"/>
        <a:buNone/>
        <a:defRPr sz="2000" b="0" i="0" kern="1200" spc="0" baseline="0">
          <a:solidFill>
            <a:schemeClr val="bg1"/>
          </a:solidFill>
          <a:latin typeface="+mn-lt"/>
          <a:ea typeface="+mn-ea"/>
          <a:cs typeface="Calibri Light" panose="020F0302020204030204" pitchFamily="34" charset="0"/>
        </a:defRPr>
      </a:lvl1pPr>
      <a:lvl2pPr marL="457129" indent="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bg1"/>
        </a:buClr>
        <a:buSzPct val="60000"/>
        <a:buFont typeface="System Font Regular"/>
        <a:buNone/>
        <a:defRPr sz="1651" b="0" i="0" kern="1200" spc="0" baseline="0">
          <a:solidFill>
            <a:schemeClr val="bg1"/>
          </a:solidFill>
          <a:latin typeface="+mn-lt"/>
          <a:ea typeface="+mn-ea"/>
          <a:cs typeface="Calibri Light" panose="020F0302020204030204" pitchFamily="34" charset="0"/>
        </a:defRPr>
      </a:lvl2pPr>
      <a:lvl3pPr marL="914258" indent="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bg1"/>
        </a:buClr>
        <a:buSzPct val="60000"/>
        <a:buFont typeface="System Font Regular"/>
        <a:buNone/>
        <a:defRPr sz="1500" b="0" i="0" kern="1200" spc="0" baseline="0">
          <a:solidFill>
            <a:schemeClr val="bg1"/>
          </a:solidFill>
          <a:latin typeface="+mn-lt"/>
          <a:ea typeface="+mn-ea"/>
          <a:cs typeface="Calibri Light" panose="020F0302020204030204" pitchFamily="34" charset="0"/>
        </a:defRPr>
      </a:lvl3pPr>
      <a:lvl4pPr marL="1371387" indent="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bg1"/>
        </a:buClr>
        <a:buSzPct val="60000"/>
        <a:buFont typeface="System Font Regular"/>
        <a:buNone/>
        <a:defRPr sz="1351" b="0" i="0" kern="1200" spc="0" baseline="0">
          <a:solidFill>
            <a:schemeClr val="bg1"/>
          </a:solidFill>
          <a:latin typeface="+mn-lt"/>
          <a:ea typeface="+mn-ea"/>
          <a:cs typeface="Calibri Light" panose="020F0302020204030204" pitchFamily="34" charset="0"/>
        </a:defRPr>
      </a:lvl4pPr>
      <a:lvl5pPr marL="1828514" indent="0" algn="l" defTabSz="914258" rtl="0" eaLnBrk="1" fontAlgn="ctr" latinLnBrk="0" hangingPunct="1">
        <a:lnSpc>
          <a:spcPct val="120000"/>
        </a:lnSpc>
        <a:spcBef>
          <a:spcPts val="0"/>
        </a:spcBef>
        <a:spcAft>
          <a:spcPts val="0"/>
        </a:spcAft>
        <a:buClr>
          <a:schemeClr val="bg1"/>
        </a:buClr>
        <a:buSzPct val="60000"/>
        <a:buFont typeface="System Font Regular"/>
        <a:buNone/>
        <a:defRPr sz="1351" b="0" i="0" kern="1200" spc="0" baseline="0">
          <a:solidFill>
            <a:schemeClr val="bg1"/>
          </a:solidFill>
          <a:latin typeface="+mn-lt"/>
          <a:ea typeface="+mn-ea"/>
          <a:cs typeface="Calibri Light" panose="020F0302020204030204" pitchFamily="34" charset="0"/>
        </a:defRPr>
      </a:lvl5pPr>
      <a:lvl6pPr marL="2514208" indent="-228565" algn="l" defTabSz="9142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36" indent="-228565" algn="l" defTabSz="9142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65" indent="-228565" algn="l" defTabSz="9142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94" indent="-228565" algn="l" defTabSz="9142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8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7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4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2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1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0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29" algn="l" defTabSz="9142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60">
          <p15:clr>
            <a:srgbClr val="F26B43"/>
          </p15:clr>
        </p15:guide>
        <p15:guide id="4" pos="808">
          <p15:clr>
            <a:srgbClr val="F26B43"/>
          </p15:clr>
        </p15:guide>
        <p15:guide id="5" pos="952">
          <p15:clr>
            <a:srgbClr val="F26B43"/>
          </p15:clr>
        </p15:guide>
        <p15:guide id="6" pos="1400">
          <p15:clr>
            <a:srgbClr val="F26B43"/>
          </p15:clr>
        </p15:guide>
        <p15:guide id="7" pos="1544">
          <p15:clr>
            <a:srgbClr val="F26B43"/>
          </p15:clr>
        </p15:guide>
        <p15:guide id="8" pos="1992">
          <p15:clr>
            <a:srgbClr val="F26B43"/>
          </p15:clr>
        </p15:guide>
        <p15:guide id="9" pos="2136">
          <p15:clr>
            <a:srgbClr val="F26B43"/>
          </p15:clr>
        </p15:guide>
        <p15:guide id="10" pos="2584">
          <p15:clr>
            <a:srgbClr val="F26B43"/>
          </p15:clr>
        </p15:guide>
        <p15:guide id="11" pos="2728">
          <p15:clr>
            <a:srgbClr val="F26B43"/>
          </p15:clr>
        </p15:guide>
        <p15:guide id="12" pos="3176">
          <p15:clr>
            <a:srgbClr val="F26B43"/>
          </p15:clr>
        </p15:guide>
        <p15:guide id="13" pos="3320">
          <p15:clr>
            <a:srgbClr val="F26B43"/>
          </p15:clr>
        </p15:guide>
        <p15:guide id="14" pos="3768">
          <p15:clr>
            <a:srgbClr val="F26B43"/>
          </p15:clr>
        </p15:guide>
        <p15:guide id="15" pos="3912">
          <p15:clr>
            <a:srgbClr val="F26B43"/>
          </p15:clr>
        </p15:guide>
        <p15:guide id="16" pos="4360">
          <p15:clr>
            <a:srgbClr val="F26B43"/>
          </p15:clr>
        </p15:guide>
        <p15:guide id="17" pos="4504">
          <p15:clr>
            <a:srgbClr val="F26B43"/>
          </p15:clr>
        </p15:guide>
        <p15:guide id="18" pos="4952">
          <p15:clr>
            <a:srgbClr val="F26B43"/>
          </p15:clr>
        </p15:guide>
        <p15:guide id="19" pos="5096">
          <p15:clr>
            <a:srgbClr val="F26B43"/>
          </p15:clr>
        </p15:guide>
        <p15:guide id="20" pos="5544">
          <p15:clr>
            <a:srgbClr val="F26B43"/>
          </p15:clr>
        </p15:guide>
        <p15:guide id="21" pos="5688">
          <p15:clr>
            <a:srgbClr val="F26B43"/>
          </p15:clr>
        </p15:guide>
        <p15:guide id="22" pos="6136">
          <p15:clr>
            <a:srgbClr val="F26B43"/>
          </p15:clr>
        </p15:guide>
        <p15:guide id="23" pos="6280">
          <p15:clr>
            <a:srgbClr val="F26B43"/>
          </p15:clr>
        </p15:guide>
        <p15:guide id="24" pos="6728">
          <p15:clr>
            <a:srgbClr val="F26B43"/>
          </p15:clr>
        </p15:guide>
        <p15:guide id="25" pos="6872">
          <p15:clr>
            <a:srgbClr val="F26B43"/>
          </p15:clr>
        </p15:guide>
        <p15:guide id="26" pos="7320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968">
          <p15:clr>
            <a:srgbClr val="F26B43"/>
          </p15:clr>
        </p15:guide>
        <p15:guide id="30" orient="horz" pos="1356">
          <p15:clr>
            <a:srgbClr val="F26B43"/>
          </p15:clr>
        </p15:guide>
        <p15:guide id="31" orient="horz" pos="157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pos="3840">
          <p15:clr>
            <a:srgbClr val="F26B43"/>
          </p15:clr>
        </p15:guide>
        <p15:guide id="38" orient="horz" pos="3547">
          <p15:clr>
            <a:srgbClr val="F26B43"/>
          </p15:clr>
        </p15:guide>
        <p15:guide id="39" orient="horz" pos="775">
          <p15:clr>
            <a:srgbClr val="F26B43"/>
          </p15:clr>
        </p15:guide>
        <p15:guide id="40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2F1A-2A7B-52F1-0823-FEA44D69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C4C72-54DC-08DB-5E38-03176C73E5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0838" y="6486525"/>
            <a:ext cx="411162" cy="2476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1A0966-58B5-D140-B861-27719A32589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714"/>
                </a:solidFill>
                <a:effectLst/>
                <a:uLnTx/>
                <a:uFillTx/>
                <a:latin typeface="DT Flow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714"/>
              </a:solidFill>
              <a:effectLst/>
              <a:uLnTx/>
              <a:uFillTx/>
              <a:latin typeface="DT Flow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3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Grailkeeper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Dynatrace Grail Query, Extract &amp; Ingest UI</a:t>
            </a:r>
          </a:p>
          <a:p>
            <a:r>
              <a:rPr lang="en-US" dirty="0"/>
              <a:t>v1.1 — Docker-based | dtctl v0.16.0 | FastAPI + SSE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</a:t>
            </a:r>
          </a:p>
        </p:txBody>
      </p:sp>
      <p:sp>
        <p:nvSpPr>
          <p:cNvPr id="3" name="Body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How Grailkeeper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 Integrated Panels</a:t>
            </a:r>
          </a:p>
        </p:txBody>
      </p:sp>
      <p:sp>
        <p:nvSpPr>
          <p:cNvPr id="3" name="Col1Header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rPr lang="en-US" b="1" dirty="0"/>
              <a:t>⚡ Query</a:t>
            </a:r>
          </a:p>
        </p:txBody>
      </p:sp>
      <p:sp>
        <p:nvSpPr>
          <p:cNvPr id="4" name="Col1Body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rPr lang="en-US" dirty="0"/>
              <a:t>DQL editor with all dtctl parameters</a:t>
            </a:r>
          </a:p>
          <a:p>
            <a:r>
              <a:rPr lang="en-US" dirty="0"/>
              <a:t>Ctrl+Enter to run • Live console</a:t>
            </a:r>
          </a:p>
          <a:p>
            <a:r>
              <a:rPr lang="en-US" dirty="0"/>
              <a:t>Write to disk • Table/Raw toggle</a:t>
            </a:r>
          </a:p>
          <a:p>
            <a:r>
              <a:rPr lang="en-US" dirty="0"/>
              <a:t>Export: Full CSV / Content / Raw</a:t>
            </a:r>
          </a:p>
          <a:p>
            <a:r>
              <a:rPr lang="en-US" dirty="0"/>
              <a:t>Query History with replay</a:t>
            </a:r>
          </a:p>
        </p:txBody>
      </p:sp>
      <p:sp>
        <p:nvSpPr>
          <p:cNvPr id="5" name="Col2Header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rPr lang="en-US" b="1" dirty="0"/>
              <a:t>⛏ Extract</a:t>
            </a:r>
          </a:p>
        </p:txBody>
      </p:sp>
      <p:sp>
        <p:nvSpPr>
          <p:cNvPr id="6" name="Col2Body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r>
              <a:rPr lang="en-US" dirty="0"/>
              <a:t>Chunked extraction for millions of records</a:t>
            </a:r>
          </a:p>
          <a:p>
            <a:r>
              <a:rPr lang="en-US" dirty="0"/>
              <a:t>Date pickers + quick ranges (7d–365d)</a:t>
            </a:r>
          </a:p>
          <a:p>
            <a:r>
              <a:rPr lang="en-US" dirty="0"/>
              <a:t>Progress bar • ETA • Resume support</a:t>
            </a:r>
          </a:p>
          <a:p>
            <a:r>
              <a:rPr lang="en-US" dirty="0"/>
              <a:t>JSONL output • 3.7M records in ~5 min</a:t>
            </a:r>
          </a:p>
        </p:txBody>
      </p:sp>
      <p:sp>
        <p:nvSpPr>
          <p:cNvPr id="7" name="Col3Header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r>
              <a:rPr lang="en-US" b="1" dirty="0"/>
              <a:t>Ingest + History</a:t>
            </a:r>
          </a:p>
        </p:txBody>
      </p:sp>
      <p:sp>
        <p:nvSpPr>
          <p:cNvPr id="8" name="Col3Body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r>
              <a:rPr lang="en-US" b="1" dirty="0"/>
              <a:t>Ingest</a:t>
            </a:r>
          </a:p>
          <a:p>
            <a:r>
              <a:rPr lang="en-US" dirty="0"/>
              <a:t>Log API v2 • Sequential / Historic / Scattered</a:t>
            </a:r>
          </a:p>
          <a:p>
            <a:r>
              <a:rPr lang="en-US" dirty="0"/>
              <a:t>File upload • 5 demo datasets</a:t>
            </a:r>
          </a:p>
          <a:p>
            <a:r>
              <a:rPr lang="en-US" dirty="0"/>
              <a:t>Attribute injection • No CORS</a:t>
            </a:r>
          </a:p>
          <a:p>
            <a:r>
              <a:rPr lang="en-US" dirty="0"/>
              <a:t/>
            </a:r>
          </a:p>
          <a:p>
            <a:r>
              <a:rPr lang="en-US" b="1" dirty="0"/>
              <a:t>History</a:t>
            </a:r>
          </a:p>
          <a:p>
            <a:r>
              <a:rPr lang="en-US" dirty="0"/>
              <a:t>Auto-records every query • Replay or edit</a:t>
            </a:r>
          </a:p>
          <a:p>
            <a:r>
              <a:rPr lang="en-US" dirty="0"/>
              <a:t>Delete entries • Reset 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Ingest Panel</a:t>
            </a:r>
          </a:p>
        </p:txBody>
      </p:sp>
      <p:sp>
        <p:nvSpPr>
          <p:cNvPr id="3" name="Body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Log Ingest via Dynatrace Logs API v2 — direct from Grailkeeper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Chunked Extraction — Proven Results</a:t>
            </a:r>
          </a:p>
        </p:txBody>
      </p:sp>
      <p:sp>
        <p:nvSpPr>
          <p:cNvPr id="3" name="Stat1Label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rPr lang="en-US" dirty="0"/>
              <a:t>Records extracted</a:t>
            </a:r>
          </a:p>
        </p:txBody>
      </p:sp>
      <p:sp>
        <p:nvSpPr>
          <p:cNvPr id="4" name="Stat1Value"/>
          <p:cNvSpPr>
            <a:spLocks noGrp="1"/>
          </p:cNvSpPr>
          <p:nvPr>
            <p:ph type="body" idx="94"/>
          </p:nvPr>
        </p:nvSpPr>
        <p:spPr/>
        <p:txBody>
          <a:bodyPr/>
          <a:lstStyle/>
          <a:p>
            <a:r>
              <a:rPr lang="en-US" dirty="0"/>
              <a:t>3,701,760</a:t>
            </a:r>
          </a:p>
        </p:txBody>
      </p:sp>
      <p:sp>
        <p:nvSpPr>
          <p:cNvPr id="5" name="Stat2Label"/>
          <p:cNvSpPr>
            <a:spLocks noGrp="1"/>
          </p:cNvSpPr>
          <p:nvPr>
            <p:ph type="body" idx="77"/>
          </p:nvPr>
        </p:nvSpPr>
        <p:spPr/>
        <p:txBody>
          <a:bodyPr/>
          <a:lstStyle/>
          <a:p>
            <a:r>
              <a:rPr lang="en-US" dirty="0"/>
              <a:t>Output file size</a:t>
            </a:r>
          </a:p>
        </p:txBody>
      </p:sp>
      <p:sp>
        <p:nvSpPr>
          <p:cNvPr id="6" name="Stat2Value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r>
              <a:rPr lang="en-US" dirty="0"/>
              <a:t>5.18 GB</a:t>
            </a:r>
          </a:p>
        </p:txBody>
      </p:sp>
      <p:sp>
        <p:nvSpPr>
          <p:cNvPr id="7" name="Stat3Label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rPr lang="en-US" dirty="0"/>
              <a:t>Total runtime</a:t>
            </a:r>
          </a:p>
        </p:txBody>
      </p:sp>
      <p:sp>
        <p:nvSpPr>
          <p:cNvPr id="8" name="Stat3Value"/>
          <p:cNvSpPr>
            <a:spLocks noGrp="1"/>
          </p:cNvSpPr>
          <p:nvPr>
            <p:ph type="body" idx="117"/>
          </p:nvPr>
        </p:nvSpPr>
        <p:spPr/>
        <p:txBody>
          <a:bodyPr/>
          <a:lstStyle/>
          <a:p>
            <a:r>
              <a:rPr lang="en-US" dirty="0"/>
              <a:t>~5 minutes</a:t>
            </a:r>
          </a:p>
        </p:txBody>
      </p:sp>
      <p:sp>
        <p:nvSpPr>
          <p:cNvPr id="9" name="Description"/>
          <p:cNvSpPr>
            <a:spLocks noGrp="1"/>
          </p:cNvSpPr>
          <p:nvPr>
            <p:ph type="body" idx="118"/>
          </p:nvPr>
        </p:nvSpPr>
        <p:spPr/>
        <p:txBody>
          <a:bodyPr/>
          <a:lstStyle/>
          <a:p>
            <a:r>
              <a:rPr lang="en-US" dirty="0"/>
              <a:t>500k max records/chunk • 724 chunks • 81M records tenant • Resume if stopped • JSONL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 in 3 Minutes</a:t>
            </a:r>
          </a:p>
        </p:txBody>
      </p:sp>
      <p:sp>
        <p:nvSpPr>
          <p:cNvPr id="3" name="Body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b="1" dirty="0"/>
              <a:t>1. Remove old version (if any)</a:t>
            </a:r>
          </a:p>
          <a:p>
            <a:r>
              <a:rPr lang="en-US" dirty="0"/>
              <a:t>docker rm -f grailkeeper 2&gt;/dev/null || true</a:t>
            </a:r>
          </a:p>
          <a:p>
            <a:r>
              <a:rPr lang="en-US" dirty="0"/>
              <a:t>docker volume rm grailkeeper_grailkeeper-config 2&gt;/dev/null || true</a:t>
            </a:r>
          </a:p>
          <a:p>
            <a:r>
              <a:rPr lang="en-US" dirty="0"/>
              <a:t>rm -rf ~/Desktop/grailkeeper ~/Desktop/grailkeeper-package</a:t>
            </a:r>
          </a:p>
          <a:p>
            <a:r>
              <a:rPr lang="en-US" dirty="0"/>
              <a:t/>
            </a:r>
          </a:p>
          <a:p>
            <a:r>
              <a:rPr lang="en-US" b="1" dirty="0"/>
              <a:t>2. Unzip and setup</a:t>
            </a:r>
          </a:p>
          <a:p>
            <a:r>
              <a:rPr lang="en-US" dirty="0"/>
              <a:t>cd ~/Desktop &amp;&amp; unzip grailkeeper-v1.1.zip</a:t>
            </a:r>
          </a:p>
          <a:p>
            <a:r>
              <a:rPr lang="en-US" dirty="0"/>
              <a:t>cd grailkeeper-package &amp;&amp; chmod +x setup-grailkeeper.sh &amp;&amp; ./setup-grailkeeper.sh</a:t>
            </a:r>
          </a:p>
          <a:p>
            <a:r>
              <a:rPr lang="en-US" dirty="0"/>
              <a:t/>
            </a:r>
          </a:p>
          <a:p>
            <a:r>
              <a:rPr lang="en-US" b="1" dirty="0"/>
              <a:t>3. Build and start</a:t>
            </a:r>
          </a:p>
          <a:p>
            <a:r>
              <a:rPr lang="en-US" dirty="0"/>
              <a:t>cd grailkeeper &amp;&amp; docker compose up --build</a:t>
            </a:r>
          </a:p>
          <a:p>
            <a:r>
              <a:rPr lang="en-US" dirty="0"/>
              <a:t/>
            </a:r>
          </a:p>
          <a:p>
            <a:r>
              <a:rPr lang="en-US" b="1" dirty="0"/>
              <a:t>4. Open browser and configure</a:t>
            </a:r>
          </a:p>
          <a:p>
            <a:r>
              <a:rPr lang="en-US" dirty="0"/>
              <a:t>http://localhost:8000 → Configure → Platform Token (dt0s16.xxx) → Save &amp; Connect</a:t>
            </a:r>
          </a:p>
          <a:p>
            <a:r>
              <a:rPr lang="en-US" dirty="0"/>
              <a:t>Configure → Ingest URL + Access Token (logs.ingest) → Save Ingest 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Grailkeeper — Dynatrace Grail Query, Extract &amp; Ingest UI</a:t>
            </a:r>
          </a:p>
          <a:p>
            <a:r>
              <a:rPr lang="en-US" dirty="0"/>
              <a:t>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Custom 1">
      <a:majorFont>
        <a:latin typeface="Bernina Sans Offc Extrabold"/>
        <a:ea typeface=""/>
        <a:cs typeface=""/>
      </a:majorFont>
      <a:minorFont>
        <a:latin typeface="Bernina Sans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t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Theme1" id="{5A6400B1-FD0D-490F-871F-1AD8A0FE4340}" vid="{6436D564-6873-4B43-9CF6-A2D8C5AF5E14}"/>
    </a:ext>
  </a:extLst>
</a:theme>
</file>

<file path=ppt/theme/theme2.xml><?xml version="1.0" encoding="utf-8"?>
<a:theme xmlns:a="http://schemas.openxmlformats.org/drawingml/2006/main" name="1_Slide masters">
  <a:themeElements>
    <a:clrScheme name="DT Innovate">
      <a:dk1>
        <a:srgbClr val="000714"/>
      </a:dk1>
      <a:lt1>
        <a:srgbClr val="FFFFFF"/>
      </a:lt1>
      <a:dk2>
        <a:srgbClr val="2A2F38"/>
      </a:dk2>
      <a:lt2>
        <a:srgbClr val="E7E6E6"/>
      </a:lt2>
      <a:accent1>
        <a:srgbClr val="1966FF"/>
      </a:accent1>
      <a:accent2>
        <a:srgbClr val="7F1AFF"/>
      </a:accent2>
      <a:accent3>
        <a:srgbClr val="02D394"/>
      </a:accent3>
      <a:accent4>
        <a:srgbClr val="0E95CF"/>
      </a:accent4>
      <a:accent5>
        <a:srgbClr val="5D33FF"/>
      </a:accent5>
      <a:accent6>
        <a:srgbClr val="B6EA91"/>
      </a:accent6>
      <a:hlink>
        <a:srgbClr val="FFFFFF"/>
      </a:hlink>
      <a:folHlink>
        <a:srgbClr val="FEFFFF"/>
      </a:folHlink>
    </a:clrScheme>
    <a:fontScheme name="DT Flow">
      <a:majorFont>
        <a:latin typeface="DT Flow Thin"/>
        <a:ea typeface=""/>
        <a:cs typeface=""/>
      </a:majorFont>
      <a:minorFont>
        <a:latin typeface="DT Flow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chemeClr val="bg1"/>
          </a:solidFill>
          <a:miter lim="800000"/>
        </a:ln>
        <a:effectLst/>
      </a:spPr>
      <a:bodyPr vert="horz" lIns="0" tIns="0" rIns="0" bIns="0" rtlCol="0" anchor="ctr">
        <a:noAutofit/>
      </a:bodyPr>
      <a:lstStyle>
        <a:defPPr indent="0" algn="l" defTabSz="3657123" fontAlgn="ctr">
          <a:lnSpc>
            <a:spcPct val="120000"/>
          </a:lnSpc>
          <a:spcBef>
            <a:spcPts val="1000"/>
          </a:spcBef>
          <a:spcAft>
            <a:spcPts val="0"/>
          </a:spcAft>
          <a:buClr>
            <a:schemeClr val="bg1"/>
          </a:buClr>
          <a:buSzPct val="60000"/>
          <a:buFont typeface="System Font Regular"/>
          <a:buNone/>
          <a:defRPr sz="8800" b="0" i="0" spc="0" baseline="0">
            <a:solidFill>
              <a:schemeClr val="bg1"/>
            </a:solidFill>
            <a:latin typeface="DT Flow" pitchFamily="2" charset="77"/>
            <a:cs typeface="Calibri Light" panose="020F0302020204030204" pitchFamily="34" charset="0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83A956B3-40A2-564F-9029-680E1687CDD2}" vid="{70BFA0C3-985B-6E4D-8F9C-30525586CD9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91620269517C4AA02C801F5A2E77ED" ma:contentTypeVersion="21" ma:contentTypeDescription="Create a new document." ma:contentTypeScope="" ma:versionID="89e1ca657b7b54fb765bc65f7290e5d5">
  <xsd:schema xmlns:xsd="http://www.w3.org/2001/XMLSchema" xmlns:xs="http://www.w3.org/2001/XMLSchema" xmlns:p="http://schemas.microsoft.com/office/2006/metadata/properties" xmlns:ns2="9aa9aa61-46c4-4591-a221-d61dfa037700" xmlns:ns3="fe18d954-129f-4393-b4f1-ece6a523feba" targetNamespace="http://schemas.microsoft.com/office/2006/metadata/properties" ma:root="true" ma:fieldsID="cd4fbc6da951986a017e606104eb4f12" ns2:_="" ns3:_="">
    <xsd:import namespace="9aa9aa61-46c4-4591-a221-d61dfa037700"/>
    <xsd:import namespace="fe18d954-129f-4393-b4f1-ece6a523fe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9aa61-46c4-4591-a221-d61dfa0377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bec0234-861b-4971-9076-d25aa62994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8d954-129f-4393-b4f1-ece6a523fe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8bed7e9-ca11-43b9-8b26-296262f8848e}" ma:internalName="TaxCatchAll" ma:showField="CatchAllData" ma:web="fe18d954-129f-4393-b4f1-ece6a523fe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18d954-129f-4393-b4f1-ece6a523feba" xsi:nil="true"/>
    <lcf76f155ced4ddcb4097134ff3c332f xmlns="9aa9aa61-46c4-4591-a221-d61dfa037700">
      <Terms xmlns="http://schemas.microsoft.com/office/infopath/2007/PartnerControls"/>
    </lcf76f155ced4ddcb4097134ff3c332f>
    <SharedWithUsers xmlns="fe18d954-129f-4393-b4f1-ece6a523feba">
      <UserInfo>
        <DisplayName>Tupman, Ian</DisplayName>
        <AccountId>1872</AccountId>
        <AccountType/>
      </UserInfo>
      <UserInfo>
        <DisplayName>Considine, Matt</DisplayName>
        <AccountId>5648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4390E1F-07DE-4C62-845F-56D46A0B6FFC}">
  <ds:schemaRefs>
    <ds:schemaRef ds:uri="9aa9aa61-46c4-4591-a221-d61dfa037700"/>
    <ds:schemaRef ds:uri="fe18d954-129f-4393-b4f1-ece6a523feb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CE3A055-5613-4DBF-B3E5-A357E25433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8DA926-4526-41CE-95A7-2D0F8C67A0ED}">
  <ds:schemaRefs>
    <ds:schemaRef ds:uri="9aa9aa61-46c4-4591-a221-d61dfa037700"/>
    <ds:schemaRef ds:uri="fe18d954-129f-4393-b4f1-ece6a523feb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Arial</vt:lpstr>
      <vt:lpstr>Bernina Sans Offc</vt:lpstr>
      <vt:lpstr>Bernina Sans Offc Extrabold</vt:lpstr>
      <vt:lpstr>Calibri</vt:lpstr>
      <vt:lpstr>DT Flow</vt:lpstr>
      <vt:lpstr>DT Flow Extrabold</vt:lpstr>
      <vt:lpstr>DT Flow Light</vt:lpstr>
      <vt:lpstr>DT Flow Thin</vt:lpstr>
      <vt:lpstr>IBM Plex Sans</vt:lpstr>
      <vt:lpstr>System Font Regular</vt:lpstr>
      <vt:lpstr>Wingdings</vt:lpstr>
      <vt:lpstr>Theme1</vt:lpstr>
      <vt:lpstr>1_Slide masters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Campaign</dc:title>
  <dc:creator>Kuchipudi, Bali</dc:creator>
  <cp:lastModifiedBy>Gelo, Francesco</cp:lastModifiedBy>
  <cp:revision>77</cp:revision>
  <dcterms:created xsi:type="dcterms:W3CDTF">2022-11-23T18:03:52Z</dcterms:created>
  <dcterms:modified xsi:type="dcterms:W3CDTF">2026-03-08T15:12:41Z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0x0101009391620269517C4AA02C801F5A2E77ED</vt:lpwstr>
  </property>
  <property fmtid="{D5CDD505-2E9C-101B-9397-08002B2CF9AE}" pid="3" name="MediaServiceImageTags">
    <vt:lpwstr/>
  </property>
</Properties>
</file>